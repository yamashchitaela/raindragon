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9" r:id="rId2"/>
    <p:sldId id="266" r:id="rId3"/>
    <p:sldId id="282" r:id="rId4"/>
    <p:sldId id="283" r:id="rId5"/>
    <p:sldId id="270" r:id="rId6"/>
    <p:sldId id="273" r:id="rId7"/>
    <p:sldId id="263" r:id="rId8"/>
    <p:sldId id="262" r:id="rId9"/>
    <p:sldId id="268" r:id="rId10"/>
    <p:sldId id="287" r:id="rId11"/>
    <p:sldId id="288" r:id="rId12"/>
    <p:sldId id="289" r:id="rId13"/>
    <p:sldId id="267" r:id="rId14"/>
    <p:sldId id="291" r:id="rId15"/>
    <p:sldId id="292" r:id="rId16"/>
    <p:sldId id="295" r:id="rId17"/>
    <p:sldId id="294" r:id="rId18"/>
    <p:sldId id="296" r:id="rId19"/>
    <p:sldId id="272" r:id="rId20"/>
    <p:sldId id="298" r:id="rId21"/>
    <p:sldId id="299" r:id="rId22"/>
    <p:sldId id="281" r:id="rId2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4EDE7"/>
    <a:srgbClr val="E8E3DD"/>
    <a:srgbClr val="66723A"/>
    <a:srgbClr val="FF979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525" autoAdjust="0"/>
    <p:restoredTop sz="94660"/>
  </p:normalViewPr>
  <p:slideViewPr>
    <p:cSldViewPr snapToGrid="0">
      <p:cViewPr varScale="1">
        <p:scale>
          <a:sx n="80" d="100"/>
          <a:sy n="80" d="100"/>
        </p:scale>
        <p:origin x="80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135998-ECC1-4C49-9B8B-BD0D7634CD23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C4802D4-C19F-458D-95BE-D2887CBC0CF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6648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221DBFC-EE9C-4649-ABB9-BF1EBD82B66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5B53F7D-0991-4325-BE75-87A2A33A0C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13FBDF-66AA-4D2D-8EB2-D57E354837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D92F9-13E9-4D27-AE27-C7901FB5EC8C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7D7C65A-98DB-44FA-B11D-DA8113D166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B3D3EC4-40D0-4CFC-9673-A2F7B49F5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07530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0DA352A-6BD2-4726-B18F-202489494F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F4A3467-2ED3-492A-A847-4B68C144D3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935B1CEF-9CE9-44EF-A816-0AF9B8F24A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D92F9-13E9-4D27-AE27-C7901FB5EC8C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A5D08DF-D74D-433F-B9C2-2CEF3B514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5AF59DD-C968-46BD-B165-BBE59D609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61422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EC33BD-7F3C-4AF4-AE92-F0A2D021B9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7ACA3D-A4D1-418E-9B96-F2EA96631F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38CB3F2-75D6-4B37-9183-97B638322B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D92F9-13E9-4D27-AE27-C7901FB5EC8C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43993A-09A7-4442-98AD-E1C1FCEA39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D4E29EF-2217-401D-81F5-A2F864DDD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86906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BCC42D-FEC6-4A59-8221-AAFF0A0BBB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E923EDE-6B78-4196-AC3A-51E8B30B344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0E2C8EF-03A6-4EBE-AFF8-4B567E1F9F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8F4AC38-DE97-4838-B8E7-024C27A062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D92F9-13E9-4D27-AE27-C7901FB5EC8C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FFD11C2-2059-46F9-B67A-9A215D5E02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B27132A-02FA-43B0-B437-61CFD8ABC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68498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66AC797-5A98-4B8F-AB3B-6AFDEA91BD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8C41442-A96C-4796-9C92-E59C4CFF36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64A9CDC-3157-496E-8ABB-CA20984FD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E198C73-EFAD-43A1-926D-888DACC1DD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AAB96BE3-5C1E-47F6-9E27-EE24678CE8B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57C4F2A4-AA7D-4E30-BB54-28DC3CEB0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D92F9-13E9-4D27-AE27-C7901FB5EC8C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A572DA93-5F54-4ECD-ABD6-F1E5BB7D8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43F9886-70A0-437A-91CC-1F0A0BCE14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34047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64E97BF-BFC7-49B3-9B52-67558107A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4C002B6-2A26-43FD-B713-A17EA9EAA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D92F9-13E9-4D27-AE27-C7901FB5EC8C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895D44B-3C47-43CF-A32F-CC34BAEBED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2F9F72D-42E5-42D4-BB32-E34923BE97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5418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741314B-D77A-4021-9403-B8D0EB80AC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D92F9-13E9-4D27-AE27-C7901FB5EC8C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BA1F413-0C27-4E13-80EB-4D21379FD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181D9C14-6EA0-4936-BBAD-2DD89DEF3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8744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544A59-2D4A-497C-9631-FD2542E52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3055B5-98BC-4159-9B9A-6ADE4D479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F74A275-4BD5-45C8-B256-429E8CFB5E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CF624C-EA01-4F92-A554-263E7357EA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D92F9-13E9-4D27-AE27-C7901FB5EC8C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E8A6729-2AE2-4ACE-8AC9-CC895E6AA1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9CA71DF-33A3-4425-AEDD-99EFC90B2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6039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628D722-0AFB-490C-BB16-BCC2DC17F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E6AC74A-3AE2-4531-BD14-2B4C20B3137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8916F0F2-6049-42CB-9C6D-7FEFC37CC3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3DAA1C8-A23B-4273-AC02-1885320B13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D92F9-13E9-4D27-AE27-C7901FB5EC8C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C4EF169-4DCB-4E42-ABD1-C37DF1416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9C952A7-76B2-4FDD-BAF1-EFDFFA8F0B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3423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24059A-659D-4AF8-B519-A3DC55769D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59EFA024-6F10-41A3-AF28-01870D60D7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5F0EAA-D2C5-4824-BEA4-295CC55AB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D92F9-13E9-4D27-AE27-C7901FB5EC8C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377B613-801E-4B84-927B-A62741768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37AE53D-976B-41B0-92BE-3BCAC3300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0748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197CF15B-04BE-4D8A-A79D-77E2541FE6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F3FF103-E67C-458F-9CAB-1FBEAB2651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EA9F4B7-1521-4D09-B864-A5F06A823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3D92F9-13E9-4D27-AE27-C7901FB5EC8C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D22DAD3-D964-42A9-9226-B3BE26B84B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10B6E4-C3FB-4080-85E8-F224F49D6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45B612-7340-47DE-99B2-65D955EFA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559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2000" b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242D7FC4-A50D-4F55-8286-57A8CF6F42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3DCFAF-DD31-4C06-8189-C45487494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4CC7EB4-EE25-4B81-AEC9-67D32A7F93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3D92F9-13E9-4D27-AE27-C7901FB5EC8C}" type="datetimeFigureOut">
              <a:rPr lang="zh-CN" altLang="en-US" smtClean="0"/>
              <a:t>2026/5/7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4E9601-7591-4951-9861-37CCB493C23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866766-58AB-42AC-A409-68B12390C0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45B612-7340-47DE-99B2-65D955EFAB3E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48733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500" advClick="0" advTm="3000">
        <p:split orient="vert"/>
      </p:transition>
    </mc:Choice>
    <mc:Fallback xmlns="">
      <p:transition spd="slow" advClick="0" advTm="3000">
        <p:split orient="vert"/>
      </p:transition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5.png"/><Relationship Id="rId7" Type="http://schemas.openxmlformats.org/officeDocument/2006/relationships/image" Target="../media/image1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4.pn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6.pn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7" Type="http://schemas.openxmlformats.org/officeDocument/2006/relationships/image" Target="../media/image3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6" Type="http://schemas.openxmlformats.org/officeDocument/2006/relationships/image" Target="../media/image4.PNG"/><Relationship Id="rId5" Type="http://schemas.openxmlformats.org/officeDocument/2006/relationships/image" Target="../media/image2.jpe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C7168DF1-440A-43FD-AFFB-7039D18D07C5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图片 13">
            <a:extLst>
              <a:ext uri="{FF2B5EF4-FFF2-40B4-BE49-F238E27FC236}">
                <a16:creationId xmlns:a16="http://schemas.microsoft.com/office/drawing/2014/main" id="{2E6E8920-5F2D-4B4A-B558-661450697B60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0253" y="305707"/>
            <a:ext cx="511648" cy="887801"/>
          </a:xfrm>
          <a:prstGeom prst="rect">
            <a:avLst/>
          </a:prstGeom>
        </p:spPr>
      </p:pic>
      <p:sp>
        <p:nvSpPr>
          <p:cNvPr id="9" name="TextBox 32">
            <a:extLst>
              <a:ext uri="{FF2B5EF4-FFF2-40B4-BE49-F238E27FC236}">
                <a16:creationId xmlns:a16="http://schemas.microsoft.com/office/drawing/2014/main" id="{FCF6F766-C8ED-498F-A5ED-BFB6C12C510F}"/>
              </a:ext>
            </a:extLst>
          </p:cNvPr>
          <p:cNvSpPr txBox="1"/>
          <p:nvPr/>
        </p:nvSpPr>
        <p:spPr>
          <a:xfrm flipH="1">
            <a:off x="11550633" y="392732"/>
            <a:ext cx="430887" cy="75164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 eaLnBrk="1" hangingPunct="1"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chemeClr val="bg1"/>
                </a:solidFill>
                <a:ea typeface="思源宋体 CN Heavy" pitchFamily="18" charset="-122"/>
                <a:cs typeface="阿里巴巴普惠体" panose="00020600040101010101" pitchFamily="18" charset="-122"/>
                <a:sym typeface="+mn-lt"/>
              </a:rPr>
              <a:t>雨龍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016F1D5-F5F5-4A3D-AC3D-FD53332DAF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1965" y="201558"/>
            <a:ext cx="1854835" cy="991950"/>
          </a:xfrm>
          <a:prstGeom prst="rect">
            <a:avLst/>
          </a:prstGeom>
        </p:spPr>
      </p:pic>
      <p:sp>
        <p:nvSpPr>
          <p:cNvPr id="12" name="TextBox 32">
            <a:extLst>
              <a:ext uri="{FF2B5EF4-FFF2-40B4-BE49-F238E27FC236}">
                <a16:creationId xmlns:a16="http://schemas.microsoft.com/office/drawing/2014/main" id="{5E46910D-F464-4956-B374-81583140AA03}"/>
              </a:ext>
            </a:extLst>
          </p:cNvPr>
          <p:cNvSpPr txBox="1"/>
          <p:nvPr/>
        </p:nvSpPr>
        <p:spPr>
          <a:xfrm flipH="1">
            <a:off x="407438" y="2783591"/>
            <a:ext cx="7892500" cy="1556836"/>
          </a:xfrm>
          <a:prstGeom prst="rect">
            <a:avLst/>
          </a:prstGeom>
          <a:solidFill>
            <a:srgbClr val="F4EDE7">
              <a:alpha val="38039"/>
            </a:srgbClr>
          </a:solidFill>
        </p:spPr>
        <p:txBody>
          <a:bodyPr wrap="square" rtlCol="0">
            <a:spAutoFit/>
          </a:bodyPr>
          <a:lstStyle/>
          <a:p>
            <a:pPr>
              <a:lnSpc>
                <a:spcPts val="5600"/>
              </a:lnSpc>
            </a:pPr>
            <a:r>
              <a:rPr lang="en-US" altLang="zh-CN" sz="54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ea typeface="等线" panose="02010600030101010101" pitchFamily="2" charset="-122"/>
                <a:cs typeface="阿里巴巴普惠体" panose="00020600040101010101" pitchFamily="18" charset="-122"/>
                <a:sym typeface="+mn-lt"/>
              </a:rPr>
              <a:t>I</a:t>
            </a:r>
            <a:r>
              <a:rPr lang="uk-UA" altLang="zh-CN" sz="5400" b="1" dirty="0" err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ea typeface="等线" panose="02010600030101010101" pitchFamily="2" charset="-122"/>
                <a:cs typeface="阿里巴巴普惠体" panose="00020600040101010101" pitchFamily="18" charset="-122"/>
                <a:sym typeface="+mn-lt"/>
              </a:rPr>
              <a:t>нформаційна</a:t>
            </a:r>
            <a:r>
              <a:rPr lang="uk-UA" altLang="zh-CN" sz="54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ea typeface="等线" panose="02010600030101010101" pitchFamily="2" charset="-122"/>
                <a:cs typeface="阿里巴巴普惠体" panose="00020600040101010101" pitchFamily="18" charset="-122"/>
                <a:sym typeface="+mn-lt"/>
              </a:rPr>
              <a:t> система «Читальний зал»</a:t>
            </a:r>
            <a:endParaRPr lang="zh-CN" altLang="en-US" sz="54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  <a:ea typeface="等线" panose="02010600030101010101" pitchFamily="2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13" name="PA_矩形 28">
            <a:extLst>
              <a:ext uri="{FF2B5EF4-FFF2-40B4-BE49-F238E27FC236}">
                <a16:creationId xmlns:a16="http://schemas.microsoft.com/office/drawing/2014/main" id="{0642D565-9841-4C0A-9FE3-04C504781514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438976" y="4489081"/>
            <a:ext cx="7892499" cy="493468"/>
          </a:xfrm>
          <a:prstGeom prst="rect">
            <a:avLst/>
          </a:prstGeom>
          <a:solidFill>
            <a:srgbClr val="F4EDE7">
              <a:alpha val="34118"/>
            </a:srgb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uk-UA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  <a:ea typeface="微软雅黑" panose="020B0503020204020204" pitchFamily="34" charset="-122"/>
                <a:sym typeface="+mn-lt"/>
              </a:rPr>
              <a:t>Виконала: </a:t>
            </a:r>
            <a:r>
              <a:rPr lang="uk-UA" altLang="zh-CN" sz="2400" b="1" dirty="0" err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  <a:ea typeface="微软雅黑" panose="020B0503020204020204" pitchFamily="34" charset="-122"/>
                <a:sym typeface="+mn-lt"/>
              </a:rPr>
              <a:t>Ямащіта</a:t>
            </a:r>
            <a:r>
              <a:rPr lang="uk-UA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  <a:ea typeface="微软雅黑" panose="020B0503020204020204" pitchFamily="34" charset="-122"/>
                <a:sym typeface="+mn-lt"/>
              </a:rPr>
              <a:t> Р.Ю. 6.1213-2пі</a:t>
            </a:r>
            <a:endParaRPr lang="en-US" altLang="zh-CN" sz="24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anose="04040605051002020D02" pitchFamily="82" charset="0"/>
              <a:ea typeface="微软雅黑" panose="020B0503020204020204" pitchFamily="34" charset="-122"/>
              <a:sym typeface="+mn-lt"/>
            </a:endParaRPr>
          </a:p>
        </p:txBody>
      </p:sp>
      <p:sp>
        <p:nvSpPr>
          <p:cNvPr id="14" name="PA_矩形 28">
            <a:extLst>
              <a:ext uri="{FF2B5EF4-FFF2-40B4-BE49-F238E27FC236}">
                <a16:creationId xmlns:a16="http://schemas.microsoft.com/office/drawing/2014/main" id="{3EB4ADF3-2DD9-4904-8056-8EF51473A2B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8975" y="4979990"/>
            <a:ext cx="7892500" cy="493468"/>
          </a:xfrm>
          <a:prstGeom prst="rect">
            <a:avLst/>
          </a:prstGeom>
          <a:solidFill>
            <a:srgbClr val="F4EDE7">
              <a:alpha val="38039"/>
            </a:srgb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uk-UA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  <a:ea typeface="微软雅黑" panose="020B0503020204020204" pitchFamily="34" charset="-122"/>
                <a:sym typeface="+mn-lt"/>
              </a:rPr>
              <a:t>Керівник: </a:t>
            </a:r>
            <a:r>
              <a:rPr lang="ru-RU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  <a:ea typeface="微软雅黑" panose="020B0503020204020204" pitchFamily="34" charset="-122"/>
                <a:sym typeface="+mn-lt"/>
              </a:rPr>
              <a:t>доцент </a:t>
            </a:r>
            <a:r>
              <a:rPr lang="ru-RU" altLang="zh-CN" sz="2400" b="1" dirty="0" err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  <a:ea typeface="微软雅黑" panose="020B0503020204020204" pitchFamily="34" charset="-122"/>
                <a:sym typeface="+mn-lt"/>
              </a:rPr>
              <a:t>кафедри</a:t>
            </a:r>
            <a:r>
              <a:rPr lang="ru-RU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  <a:ea typeface="微软雅黑" panose="020B0503020204020204" pitchFamily="34" charset="-122"/>
                <a:sym typeface="+mn-lt"/>
              </a:rPr>
              <a:t> </a:t>
            </a:r>
            <a:r>
              <a:rPr lang="ru-RU" altLang="zh-CN" sz="2400" b="1" dirty="0" err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  <a:ea typeface="微软雅黑" panose="020B0503020204020204" pitchFamily="34" charset="-122"/>
                <a:sym typeface="+mn-lt"/>
              </a:rPr>
              <a:t>програмної</a:t>
            </a:r>
            <a:r>
              <a:rPr lang="ru-RU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  <a:ea typeface="微软雅黑" panose="020B0503020204020204" pitchFamily="34" charset="-122"/>
                <a:sym typeface="+mn-lt"/>
              </a:rPr>
              <a:t> </a:t>
            </a:r>
            <a:r>
              <a:rPr lang="ru-RU" altLang="zh-CN" sz="2400" b="1" dirty="0" err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  <a:ea typeface="微软雅黑" panose="020B0503020204020204" pitchFamily="34" charset="-122"/>
                <a:sym typeface="+mn-lt"/>
              </a:rPr>
              <a:t>інженерії</a:t>
            </a:r>
            <a:r>
              <a:rPr lang="ru-RU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  <a:ea typeface="微软雅黑" panose="020B0503020204020204" pitchFamily="34" charset="-122"/>
                <a:sym typeface="+mn-lt"/>
              </a:rPr>
              <a:t>, к.ф.-м.н., </a:t>
            </a:r>
            <a:r>
              <a:rPr lang="ru-RU" altLang="zh-CN" sz="2400" b="1" dirty="0" err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  <a:ea typeface="微软雅黑" panose="020B0503020204020204" pitchFamily="34" charset="-122"/>
                <a:sym typeface="+mn-lt"/>
              </a:rPr>
              <a:t>Мильцев</a:t>
            </a:r>
            <a:r>
              <a:rPr lang="ru-RU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  <a:ea typeface="微软雅黑" panose="020B0503020204020204" pitchFamily="34" charset="-122"/>
                <a:sym typeface="+mn-lt"/>
              </a:rPr>
              <a:t> О.М.</a:t>
            </a:r>
            <a:endParaRPr lang="en-US" altLang="zh-CN" sz="24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abriola" panose="04040605051002020D02" pitchFamily="82" charset="0"/>
              <a:ea typeface="微软雅黑" panose="020B0503020204020204" pitchFamily="34" charset="-122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873081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0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0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2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3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2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7C86031-83D2-4E1D-8C98-282CA28A046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33250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6071585-6151-4A50-AD5E-8EB7B82CD3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53" t="15043" r="977" b="33811"/>
          <a:stretch/>
        </p:blipFill>
        <p:spPr>
          <a:xfrm>
            <a:off x="9427797" y="826197"/>
            <a:ext cx="2793076" cy="3674225"/>
          </a:xfrm>
          <a:custGeom>
            <a:avLst/>
            <a:gdLst>
              <a:gd name="connsiteX0" fmla="*/ 0 w 2793076"/>
              <a:gd name="connsiteY0" fmla="*/ 0 h 3674225"/>
              <a:gd name="connsiteX1" fmla="*/ 2793076 w 2793076"/>
              <a:gd name="connsiteY1" fmla="*/ 0 h 3674225"/>
              <a:gd name="connsiteX2" fmla="*/ 2793076 w 2793076"/>
              <a:gd name="connsiteY2" fmla="*/ 3674225 h 3674225"/>
              <a:gd name="connsiteX3" fmla="*/ 0 w 2793076"/>
              <a:gd name="connsiteY3" fmla="*/ 3674225 h 3674225"/>
              <a:gd name="connsiteX4" fmla="*/ 0 w 2793076"/>
              <a:gd name="connsiteY4" fmla="*/ 0 h 3674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93076" h="3674225">
                <a:moveTo>
                  <a:pt x="0" y="0"/>
                </a:moveTo>
                <a:lnTo>
                  <a:pt x="2793076" y="0"/>
                </a:lnTo>
                <a:lnTo>
                  <a:pt x="2793076" y="3674225"/>
                </a:lnTo>
                <a:lnTo>
                  <a:pt x="0" y="3674225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BBD0003-FBB7-44B1-8892-CA2E70E599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77" t="1935" r="46160" b="57634"/>
          <a:stretch>
            <a:fillRect/>
          </a:stretch>
        </p:blipFill>
        <p:spPr>
          <a:xfrm flipH="1">
            <a:off x="-751859" y="1337807"/>
            <a:ext cx="3510115" cy="5365054"/>
          </a:xfrm>
          <a:custGeom>
            <a:avLst/>
            <a:gdLst>
              <a:gd name="connsiteX0" fmla="*/ 0 w 1814051"/>
              <a:gd name="connsiteY0" fmla="*/ 0 h 2772696"/>
              <a:gd name="connsiteX1" fmla="*/ 1814051 w 1814051"/>
              <a:gd name="connsiteY1" fmla="*/ 0 h 2772696"/>
              <a:gd name="connsiteX2" fmla="*/ 1814051 w 1814051"/>
              <a:gd name="connsiteY2" fmla="*/ 2772696 h 2772696"/>
              <a:gd name="connsiteX3" fmla="*/ 0 w 1814051"/>
              <a:gd name="connsiteY3" fmla="*/ 2772696 h 2772696"/>
              <a:gd name="connsiteX4" fmla="*/ 0 w 1814051"/>
              <a:gd name="connsiteY4" fmla="*/ 0 h 2772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14051" h="2772696">
                <a:moveTo>
                  <a:pt x="0" y="0"/>
                </a:moveTo>
                <a:lnTo>
                  <a:pt x="1814051" y="0"/>
                </a:lnTo>
                <a:lnTo>
                  <a:pt x="1814051" y="2772696"/>
                </a:lnTo>
                <a:lnTo>
                  <a:pt x="0" y="2772696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CE1E659D-B20D-40B9-83A3-9FB3F557A5E1}"/>
              </a:ext>
            </a:extLst>
          </p:cNvPr>
          <p:cNvGrpSpPr/>
          <p:nvPr/>
        </p:nvGrpSpPr>
        <p:grpSpPr>
          <a:xfrm>
            <a:off x="0" y="-3907235"/>
            <a:ext cx="11703352" cy="8006456"/>
            <a:chOff x="126337" y="-331687"/>
            <a:chExt cx="11703352" cy="8006456"/>
          </a:xfrm>
        </p:grpSpPr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DB7AD2FE-F7E9-4701-88E3-EF496D7EA5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37" y="-331687"/>
              <a:ext cx="11703352" cy="3657298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8AB93517-F7E4-48F6-AC44-F4EA485D4C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871584" flipH="1">
              <a:off x="2443352" y="4017471"/>
              <a:ext cx="8353986" cy="3657298"/>
            </a:xfrm>
            <a:prstGeom prst="rect">
              <a:avLst/>
            </a:prstGeom>
          </p:spPr>
        </p:pic>
      </p:grpSp>
      <p:sp>
        <p:nvSpPr>
          <p:cNvPr id="14" name="标题 1">
            <a:extLst>
              <a:ext uri="{FF2B5EF4-FFF2-40B4-BE49-F238E27FC236}">
                <a16:creationId xmlns:a16="http://schemas.microsoft.com/office/drawing/2014/main" id="{59FD1B3B-0AF7-4E19-B6F3-3E103EEFC272}"/>
              </a:ext>
            </a:extLst>
          </p:cNvPr>
          <p:cNvSpPr txBox="1"/>
          <p:nvPr/>
        </p:nvSpPr>
        <p:spPr>
          <a:xfrm>
            <a:off x="1003198" y="506814"/>
            <a:ext cx="10136205" cy="887888"/>
          </a:xfrm>
          <a:prstGeom prst="rect">
            <a:avLst/>
          </a:prstGeom>
          <a:solidFill>
            <a:srgbClr val="F4EDE7">
              <a:alpha val="80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altLang="zh-CN" sz="54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 Bold (Основной текст)"/>
                <a:ea typeface="等线" panose="02010600030101010101" pitchFamily="2" charset="-122"/>
                <a:sym typeface="+mn-lt"/>
              </a:rPr>
              <a:t>Мета та постановка задачі</a:t>
            </a:r>
            <a:endParaRPr lang="zh-CN" altLang="en-US" sz="5400" b="1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 UI Bold (Основной текст)"/>
              <a:ea typeface="等线" panose="02010600030101010101" pitchFamily="2" charset="-122"/>
              <a:sym typeface="+mn-lt"/>
            </a:endParaRPr>
          </a:p>
        </p:txBody>
      </p:sp>
      <p:sp>
        <p:nvSpPr>
          <p:cNvPr id="15" name="文本框 37">
            <a:extLst>
              <a:ext uri="{FF2B5EF4-FFF2-40B4-BE49-F238E27FC236}">
                <a16:creationId xmlns:a16="http://schemas.microsoft.com/office/drawing/2014/main" id="{AAE2BF2B-E8FA-4215-9238-B84805727B69}"/>
              </a:ext>
            </a:extLst>
          </p:cNvPr>
          <p:cNvSpPr txBox="1"/>
          <p:nvPr/>
        </p:nvSpPr>
        <p:spPr>
          <a:xfrm>
            <a:off x="3560219" y="2032086"/>
            <a:ext cx="8128001" cy="142192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ru-RU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ea typeface="等线" panose="02010600030101010101" pitchFamily="2" charset="-122"/>
                <a:cs typeface="+mj-cs"/>
                <a:sym typeface="+mn-lt"/>
              </a:rPr>
              <a:t>Мета </a:t>
            </a:r>
            <a:r>
              <a:rPr lang="ru-RU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ea typeface="等线" panose="02010600030101010101" pitchFamily="2" charset="-122"/>
                <a:cs typeface="+mj-cs"/>
                <a:sym typeface="+mn-lt"/>
              </a:rPr>
              <a:t>роботи</a:t>
            </a:r>
            <a:r>
              <a:rPr lang="ru-RU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ea typeface="等线" panose="02010600030101010101" pitchFamily="2" charset="-122"/>
                <a:cs typeface="+mj-cs"/>
                <a:sym typeface="+mn-lt"/>
              </a:rPr>
              <a:t> – </a:t>
            </a:r>
            <a:r>
              <a:rPr lang="ru-RU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ea typeface="等线" panose="02010600030101010101" pitchFamily="2" charset="-122"/>
                <a:cs typeface="+mj-cs"/>
                <a:sym typeface="+mn-lt"/>
              </a:rPr>
              <a:t>аналіз</a:t>
            </a:r>
            <a:r>
              <a:rPr lang="ru-RU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ea typeface="等线" panose="02010600030101010101" pitchFamily="2" charset="-122"/>
                <a:cs typeface="+mj-cs"/>
                <a:sym typeface="+mn-lt"/>
              </a:rPr>
              <a:t>предметної</a:t>
            </a:r>
            <a:r>
              <a:rPr lang="ru-RU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ea typeface="等线" panose="02010600030101010101" pitchFamily="2" charset="-122"/>
                <a:cs typeface="+mj-cs"/>
                <a:sym typeface="+mn-lt"/>
              </a:rPr>
              <a:t>області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ea typeface="等线" panose="02010600030101010101" pitchFamily="2" charset="-122"/>
                <a:cs typeface="+mj-cs"/>
                <a:sym typeface="+mn-lt"/>
              </a:rPr>
              <a:t>,</a:t>
            </a:r>
            <a:r>
              <a:rPr lang="ru-RU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проєктування</a:t>
            </a:r>
            <a:r>
              <a:rPr lang="ru-RU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та </a:t>
            </a:r>
            <a:r>
              <a:rPr lang="ru-RU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розробка</a:t>
            </a:r>
            <a:r>
              <a:rPr lang="ru-RU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</a:t>
            </a:r>
            <a:r>
              <a:rPr lang="ru-RU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вебзастосунку</a:t>
            </a:r>
            <a:r>
              <a:rPr lang="ru-RU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для </a:t>
            </a:r>
            <a:r>
              <a:rPr lang="ru-RU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читання</a:t>
            </a:r>
            <a:r>
              <a:rPr lang="ru-RU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</a:t>
            </a:r>
            <a:r>
              <a:rPr lang="ru-RU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азійських</a:t>
            </a:r>
            <a:r>
              <a:rPr lang="ru-RU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</a:t>
            </a:r>
            <a:r>
              <a:rPr lang="ru-RU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романів</a:t>
            </a:r>
            <a:endParaRPr lang="zh-CN" altLang="en-US" sz="3200" b="1" dirty="0">
              <a:solidFill>
                <a:schemeClr val="tx1">
                  <a:lumMod val="95000"/>
                  <a:lumOff val="5000"/>
                </a:schemeClr>
              </a:solidFill>
              <a:latin typeface="Monotype Corsiva" panose="03010101010201010101" pitchFamily="66" charset="0"/>
              <a:ea typeface="等线" panose="02010600030101010101" pitchFamily="2" charset="-122"/>
              <a:cs typeface="+mj-cs"/>
              <a:sym typeface="+mn-lt"/>
            </a:endParaRPr>
          </a:p>
        </p:txBody>
      </p:sp>
      <p:sp>
        <p:nvSpPr>
          <p:cNvPr id="19" name="文本框 37">
            <a:extLst>
              <a:ext uri="{FF2B5EF4-FFF2-40B4-BE49-F238E27FC236}">
                <a16:creationId xmlns:a16="http://schemas.microsoft.com/office/drawing/2014/main" id="{578C77C7-E579-49A5-80B5-EF08CDEC5731}"/>
              </a:ext>
            </a:extLst>
          </p:cNvPr>
          <p:cNvSpPr txBox="1"/>
          <p:nvPr/>
        </p:nvSpPr>
        <p:spPr>
          <a:xfrm>
            <a:off x="4064103" y="3624048"/>
            <a:ext cx="10241282" cy="286232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Задачі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,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які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необхідно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розв’язати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для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досягнення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поставленої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мети: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uk-UA" altLang="zh-CN" sz="2500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–	проаналізувати предметну область «Азійські романи»;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uk-UA" altLang="zh-CN" sz="2500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–	проаналізувати обрані засоби розробки;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uk-UA" altLang="zh-CN" sz="2500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–	сформулювати вимоги до </a:t>
            </a:r>
            <a:r>
              <a:rPr lang="uk-UA" altLang="zh-CN" sz="2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вебзастосунку</a:t>
            </a:r>
            <a:r>
              <a:rPr lang="uk-UA" altLang="zh-CN" sz="2500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;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uk-UA" altLang="zh-CN" sz="2500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–	реалізувати базу даних засобами </a:t>
            </a:r>
            <a:r>
              <a:rPr lang="en-US" altLang="zh-CN" sz="2500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PostgreSQL;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en-US" altLang="zh-CN" sz="2500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–	</a:t>
            </a:r>
            <a:r>
              <a:rPr lang="uk-UA" altLang="zh-CN" sz="2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спроєктувати</a:t>
            </a:r>
            <a:r>
              <a:rPr lang="uk-UA" altLang="zh-CN" sz="2500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uk-UA" altLang="zh-CN" sz="2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вебзастосунок</a:t>
            </a:r>
            <a:r>
              <a:rPr lang="uk-UA" altLang="zh-CN" sz="2500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згідно вимог;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uk-UA" altLang="zh-CN" sz="2500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–	розробити </a:t>
            </a:r>
            <a:r>
              <a:rPr lang="uk-UA" altLang="zh-CN" sz="2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вебзастосунок</a:t>
            </a:r>
            <a:r>
              <a:rPr lang="uk-UA" altLang="zh-CN" sz="2500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за допомогою обраних засобів;</a:t>
            </a:r>
          </a:p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uk-UA" altLang="zh-CN" sz="2500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–	протестувати </a:t>
            </a:r>
            <a:r>
              <a:rPr lang="uk-UA" altLang="zh-CN" sz="2500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вебзастосунок</a:t>
            </a:r>
            <a:r>
              <a:rPr lang="uk-UA" altLang="zh-CN" sz="2500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2082860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>
            <a:extLst>
              <a:ext uri="{FF2B5EF4-FFF2-40B4-BE49-F238E27FC236}">
                <a16:creationId xmlns:a16="http://schemas.microsoft.com/office/drawing/2014/main" id="{C7168DF1-440A-43FD-AFFB-7039D18D07C5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5341" b="26582"/>
          <a:stretch/>
        </p:blipFill>
        <p:spPr>
          <a:xfrm>
            <a:off x="-127728" y="0"/>
            <a:ext cx="12398056" cy="6858000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8B83348B-CFC5-42E8-BF92-C861DE2DAA8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868" y="-538835"/>
            <a:ext cx="9504270" cy="3126658"/>
          </a:xfrm>
          <a:prstGeom prst="rect">
            <a:avLst/>
          </a:prstGeom>
        </p:spPr>
      </p:pic>
      <p:sp>
        <p:nvSpPr>
          <p:cNvPr id="9" name="文本框 37">
            <a:extLst>
              <a:ext uri="{FF2B5EF4-FFF2-40B4-BE49-F238E27FC236}">
                <a16:creationId xmlns:a16="http://schemas.microsoft.com/office/drawing/2014/main" id="{37878FF6-FE73-4D68-BD75-B17C7F90A543}"/>
              </a:ext>
            </a:extLst>
          </p:cNvPr>
          <p:cNvSpPr txBox="1"/>
          <p:nvPr/>
        </p:nvSpPr>
        <p:spPr>
          <a:xfrm>
            <a:off x="4132162" y="1692494"/>
            <a:ext cx="7474551" cy="212737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Предметною </a:t>
            </a: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областю</a:t>
            </a: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є </a:t>
            </a: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азійські</a:t>
            </a: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</a:t>
            </a: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романи</a:t>
            </a: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, </a:t>
            </a: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які</a:t>
            </a: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</a:t>
            </a: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мають</a:t>
            </a: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</a:t>
            </a: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неповторний</a:t>
            </a: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стиль, </a:t>
            </a: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що</a:t>
            </a: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</a:t>
            </a: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приваблює</a:t>
            </a: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</a:t>
            </a: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аудиторію</a:t>
            </a: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</a:t>
            </a: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різноманітної</a:t>
            </a: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</a:t>
            </a: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статі</a:t>
            </a: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та </a:t>
            </a: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віку</a:t>
            </a: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</a:t>
            </a:r>
            <a:endParaRPr lang="ru-RU" altLang="zh-CN" sz="3600" b="1" dirty="0">
              <a:solidFill>
                <a:schemeClr val="tx1">
                  <a:lumMod val="95000"/>
                  <a:lumOff val="5000"/>
                </a:schemeClr>
              </a:solidFill>
              <a:latin typeface="Monotype Corsiva" panose="03010101010201010101" pitchFamily="66" charset="0"/>
              <a:ea typeface="等线" panose="02010600030101010101" pitchFamily="2" charset="-122"/>
              <a:cs typeface="+mj-cs"/>
              <a:sym typeface="+mn-lt"/>
            </a:endParaRPr>
          </a:p>
        </p:txBody>
      </p:sp>
      <p:sp>
        <p:nvSpPr>
          <p:cNvPr id="10" name="文本框 37">
            <a:extLst>
              <a:ext uri="{FF2B5EF4-FFF2-40B4-BE49-F238E27FC236}">
                <a16:creationId xmlns:a16="http://schemas.microsoft.com/office/drawing/2014/main" id="{DD9898B9-EDF0-4777-8515-E7F0755B3BE6}"/>
              </a:ext>
            </a:extLst>
          </p:cNvPr>
          <p:cNvSpPr txBox="1"/>
          <p:nvPr/>
        </p:nvSpPr>
        <p:spPr>
          <a:xfrm>
            <a:off x="6001384" y="3811123"/>
            <a:ext cx="5605329" cy="182357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Користувач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має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мати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можливість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реєструватися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,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увійти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до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системи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та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переглядати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інформацію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.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Адміністратор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має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всі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ті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ж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самі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функції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з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можливістю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додавати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,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оновлювати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та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видаляти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інформацію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 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3045985-2512-407C-8B81-74FB73E92F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886207">
            <a:off x="647957" y="1889558"/>
            <a:ext cx="2232693" cy="307888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5481CD5-5456-4B1C-9678-D595A40A77C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17219">
            <a:off x="2057675" y="3006241"/>
            <a:ext cx="2232693" cy="313580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15" name="标题 1">
            <a:extLst>
              <a:ext uri="{FF2B5EF4-FFF2-40B4-BE49-F238E27FC236}">
                <a16:creationId xmlns:a16="http://schemas.microsoft.com/office/drawing/2014/main" id="{DA56D622-894A-44CE-A823-BE4B6A62D919}"/>
              </a:ext>
            </a:extLst>
          </p:cNvPr>
          <p:cNvSpPr txBox="1"/>
          <p:nvPr/>
        </p:nvSpPr>
        <p:spPr>
          <a:xfrm>
            <a:off x="1003198" y="506814"/>
            <a:ext cx="10136205" cy="887888"/>
          </a:xfrm>
          <a:prstGeom prst="rect">
            <a:avLst/>
          </a:prstGeom>
          <a:solidFill>
            <a:srgbClr val="F4EDE7">
              <a:alpha val="80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altLang="zh-CN" sz="54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 Bold (Основной текст)"/>
                <a:ea typeface="等线" panose="02010600030101010101" pitchFamily="2" charset="-122"/>
                <a:sym typeface="+mn-lt"/>
              </a:rPr>
              <a:t>Опис предметної області</a:t>
            </a:r>
            <a:endParaRPr lang="zh-CN" altLang="en-US" sz="5400" b="1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 UI Bold (Основной текст)"/>
              <a:ea typeface="等线" panose="02010600030101010101" pitchFamily="2" charset="-122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152687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F73DC8F8-85CE-4A78-9AE4-BA03299E00B0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33250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3DB731D-5FFF-450A-8200-19120D8251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0" t="32688" r="56421" b="36344"/>
          <a:stretch>
            <a:fillRect/>
          </a:stretch>
        </p:blipFill>
        <p:spPr>
          <a:xfrm flipH="1">
            <a:off x="-442451" y="2304864"/>
            <a:ext cx="4277032" cy="4774362"/>
          </a:xfrm>
          <a:custGeom>
            <a:avLst/>
            <a:gdLst>
              <a:gd name="connsiteX0" fmla="*/ 0 w 1902542"/>
              <a:gd name="connsiteY0" fmla="*/ 0 h 2123768"/>
              <a:gd name="connsiteX1" fmla="*/ 1902542 w 1902542"/>
              <a:gd name="connsiteY1" fmla="*/ 0 h 2123768"/>
              <a:gd name="connsiteX2" fmla="*/ 1902542 w 1902542"/>
              <a:gd name="connsiteY2" fmla="*/ 2123768 h 2123768"/>
              <a:gd name="connsiteX3" fmla="*/ 0 w 1902542"/>
              <a:gd name="connsiteY3" fmla="*/ 2123768 h 2123768"/>
              <a:gd name="connsiteX4" fmla="*/ 0 w 1902542"/>
              <a:gd name="connsiteY4" fmla="*/ 0 h 2123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2542" h="2123768">
                <a:moveTo>
                  <a:pt x="0" y="0"/>
                </a:moveTo>
                <a:lnTo>
                  <a:pt x="1902542" y="0"/>
                </a:lnTo>
                <a:lnTo>
                  <a:pt x="1902542" y="2123768"/>
                </a:lnTo>
                <a:lnTo>
                  <a:pt x="0" y="212376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B4095308-0DA1-4702-AB84-62849850DDF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4324" y="-1201476"/>
            <a:ext cx="11703352" cy="3657298"/>
          </a:xfrm>
          <a:prstGeom prst="rect">
            <a:avLst/>
          </a:prstGeom>
        </p:spPr>
      </p:pic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B1A786BE-0CEE-41EC-B3C0-4865416C14E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425" y="1507648"/>
            <a:ext cx="8585149" cy="4991088"/>
          </a:xfrm>
          <a:prstGeom prst="rect">
            <a:avLst/>
          </a:prstGeom>
        </p:spPr>
      </p:pic>
      <p:sp>
        <p:nvSpPr>
          <p:cNvPr id="24" name="标题 1">
            <a:extLst>
              <a:ext uri="{FF2B5EF4-FFF2-40B4-BE49-F238E27FC236}">
                <a16:creationId xmlns:a16="http://schemas.microsoft.com/office/drawing/2014/main" id="{132E64F2-24CE-49E9-9715-DB0633770073}"/>
              </a:ext>
            </a:extLst>
          </p:cNvPr>
          <p:cNvSpPr txBox="1"/>
          <p:nvPr/>
        </p:nvSpPr>
        <p:spPr>
          <a:xfrm>
            <a:off x="1003198" y="506814"/>
            <a:ext cx="10136205" cy="887888"/>
          </a:xfrm>
          <a:prstGeom prst="rect">
            <a:avLst/>
          </a:prstGeom>
          <a:solidFill>
            <a:srgbClr val="F4EDE7">
              <a:alpha val="80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altLang="zh-CN" sz="54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 Bold (Основной текст)"/>
                <a:ea typeface="等线" panose="02010600030101010101" pitchFamily="2" charset="-122"/>
                <a:sym typeface="+mn-lt"/>
              </a:rPr>
              <a:t>Діаграма прецедентів</a:t>
            </a:r>
            <a:endParaRPr lang="zh-CN" altLang="en-US" sz="5400" b="1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 UI Bold (Основной текст)"/>
              <a:ea typeface="等线" panose="02010600030101010101" pitchFamily="2" charset="-122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169454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id="{1F9B2048-9351-4311-9BEE-F5A646DF2047}"/>
              </a:ext>
            </a:extLst>
          </p:cNvPr>
          <p:cNvSpPr/>
          <p:nvPr/>
        </p:nvSpPr>
        <p:spPr>
          <a:xfrm>
            <a:off x="0" y="1750726"/>
            <a:ext cx="12137922" cy="2816942"/>
          </a:xfrm>
          <a:custGeom>
            <a:avLst/>
            <a:gdLst>
              <a:gd name="connsiteX0" fmla="*/ 0 w 12137922"/>
              <a:gd name="connsiteY0" fmla="*/ 2816942 h 2816942"/>
              <a:gd name="connsiteX1" fmla="*/ 2359742 w 12137922"/>
              <a:gd name="connsiteY1" fmla="*/ 2271251 h 2816942"/>
              <a:gd name="connsiteX2" fmla="*/ 5442154 w 12137922"/>
              <a:gd name="connsiteY2" fmla="*/ 1135625 h 2816942"/>
              <a:gd name="connsiteX3" fmla="*/ 8583561 w 12137922"/>
              <a:gd name="connsiteY3" fmla="*/ 2050025 h 2816942"/>
              <a:gd name="connsiteX4" fmla="*/ 10677832 w 12137922"/>
              <a:gd name="connsiteY4" fmla="*/ 589935 h 2816942"/>
              <a:gd name="connsiteX5" fmla="*/ 12137922 w 12137922"/>
              <a:gd name="connsiteY5" fmla="*/ 0 h 28169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2137922" h="2816942">
                <a:moveTo>
                  <a:pt x="0" y="2816942"/>
                </a:moveTo>
                <a:cubicBezTo>
                  <a:pt x="726358" y="2684206"/>
                  <a:pt x="1452716" y="2551471"/>
                  <a:pt x="2359742" y="2271251"/>
                </a:cubicBezTo>
                <a:cubicBezTo>
                  <a:pt x="3266768" y="1991031"/>
                  <a:pt x="4404851" y="1172496"/>
                  <a:pt x="5442154" y="1135625"/>
                </a:cubicBezTo>
                <a:cubicBezTo>
                  <a:pt x="6479457" y="1098754"/>
                  <a:pt x="7710948" y="2140973"/>
                  <a:pt x="8583561" y="2050025"/>
                </a:cubicBezTo>
                <a:cubicBezTo>
                  <a:pt x="9456174" y="1959077"/>
                  <a:pt x="10085439" y="931606"/>
                  <a:pt x="10677832" y="589935"/>
                </a:cubicBezTo>
                <a:cubicBezTo>
                  <a:pt x="11270225" y="248264"/>
                  <a:pt x="11968315" y="100781"/>
                  <a:pt x="12137922" y="0"/>
                </a:cubicBezTo>
              </a:path>
            </a:pathLst>
          </a:custGeom>
          <a:noFill/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9A5C2E2-3739-4C69-B673-84C4A3A99351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33250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C3E32B0E-F82D-484D-87B4-DA6E7E4235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23" t="74624" r="60535" b="4229"/>
          <a:stretch>
            <a:fillRect/>
          </a:stretch>
        </p:blipFill>
        <p:spPr>
          <a:xfrm>
            <a:off x="1022648" y="3429000"/>
            <a:ext cx="875070" cy="1237618"/>
          </a:xfrm>
          <a:custGeom>
            <a:avLst/>
            <a:gdLst>
              <a:gd name="connsiteX0" fmla="*/ 0 w 1130708"/>
              <a:gd name="connsiteY0" fmla="*/ 0 h 1450258"/>
              <a:gd name="connsiteX1" fmla="*/ 1130708 w 1130708"/>
              <a:gd name="connsiteY1" fmla="*/ 0 h 1450258"/>
              <a:gd name="connsiteX2" fmla="*/ 1130708 w 1130708"/>
              <a:gd name="connsiteY2" fmla="*/ 1450258 h 1450258"/>
              <a:gd name="connsiteX3" fmla="*/ 0 w 1130708"/>
              <a:gd name="connsiteY3" fmla="*/ 1450258 h 1450258"/>
              <a:gd name="connsiteX4" fmla="*/ 0 w 1130708"/>
              <a:gd name="connsiteY4" fmla="*/ 0 h 1450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0708" h="1450258">
                <a:moveTo>
                  <a:pt x="0" y="0"/>
                </a:moveTo>
                <a:lnTo>
                  <a:pt x="1130708" y="0"/>
                </a:lnTo>
                <a:lnTo>
                  <a:pt x="1130708" y="1450258"/>
                </a:lnTo>
                <a:lnTo>
                  <a:pt x="0" y="145025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0E5821EB-65CE-43F8-BD60-2248829264E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23" t="74624" r="60535" b="4229"/>
          <a:stretch>
            <a:fillRect/>
          </a:stretch>
        </p:blipFill>
        <p:spPr>
          <a:xfrm>
            <a:off x="3797077" y="2514511"/>
            <a:ext cx="875070" cy="1122374"/>
          </a:xfrm>
          <a:custGeom>
            <a:avLst/>
            <a:gdLst>
              <a:gd name="connsiteX0" fmla="*/ 0 w 1130708"/>
              <a:gd name="connsiteY0" fmla="*/ 0 h 1450258"/>
              <a:gd name="connsiteX1" fmla="*/ 1130708 w 1130708"/>
              <a:gd name="connsiteY1" fmla="*/ 0 h 1450258"/>
              <a:gd name="connsiteX2" fmla="*/ 1130708 w 1130708"/>
              <a:gd name="connsiteY2" fmla="*/ 1450258 h 1450258"/>
              <a:gd name="connsiteX3" fmla="*/ 0 w 1130708"/>
              <a:gd name="connsiteY3" fmla="*/ 1450258 h 1450258"/>
              <a:gd name="connsiteX4" fmla="*/ 0 w 1130708"/>
              <a:gd name="connsiteY4" fmla="*/ 0 h 1450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0708" h="1450258">
                <a:moveTo>
                  <a:pt x="0" y="0"/>
                </a:moveTo>
                <a:lnTo>
                  <a:pt x="1130708" y="0"/>
                </a:lnTo>
                <a:lnTo>
                  <a:pt x="1130708" y="1450258"/>
                </a:lnTo>
                <a:lnTo>
                  <a:pt x="0" y="145025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9644B37-D831-4767-A666-4C723D2DD8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23" t="74624" r="60535" b="4229"/>
          <a:stretch>
            <a:fillRect/>
          </a:stretch>
        </p:blipFill>
        <p:spPr>
          <a:xfrm>
            <a:off x="7264377" y="2785195"/>
            <a:ext cx="875070" cy="1122374"/>
          </a:xfrm>
          <a:custGeom>
            <a:avLst/>
            <a:gdLst>
              <a:gd name="connsiteX0" fmla="*/ 0 w 1130708"/>
              <a:gd name="connsiteY0" fmla="*/ 0 h 1450258"/>
              <a:gd name="connsiteX1" fmla="*/ 1130708 w 1130708"/>
              <a:gd name="connsiteY1" fmla="*/ 0 h 1450258"/>
              <a:gd name="connsiteX2" fmla="*/ 1130708 w 1130708"/>
              <a:gd name="connsiteY2" fmla="*/ 1450258 h 1450258"/>
              <a:gd name="connsiteX3" fmla="*/ 0 w 1130708"/>
              <a:gd name="connsiteY3" fmla="*/ 1450258 h 1450258"/>
              <a:gd name="connsiteX4" fmla="*/ 0 w 1130708"/>
              <a:gd name="connsiteY4" fmla="*/ 0 h 1450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0708" h="1450258">
                <a:moveTo>
                  <a:pt x="0" y="0"/>
                </a:moveTo>
                <a:lnTo>
                  <a:pt x="1130708" y="0"/>
                </a:lnTo>
                <a:lnTo>
                  <a:pt x="1130708" y="1450258"/>
                </a:lnTo>
                <a:lnTo>
                  <a:pt x="0" y="1450258"/>
                </a:lnTo>
                <a:lnTo>
                  <a:pt x="0" y="0"/>
                </a:lnTo>
                <a:close/>
              </a:path>
            </a:pathLst>
          </a:cu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03BD155C-8E23-48E1-A487-F77D6A2ECEE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423" t="74624" r="60535" b="4229"/>
          <a:stretch>
            <a:fillRect/>
          </a:stretch>
        </p:blipFill>
        <p:spPr>
          <a:xfrm>
            <a:off x="10007339" y="1917644"/>
            <a:ext cx="875070" cy="1122374"/>
          </a:xfrm>
          <a:custGeom>
            <a:avLst/>
            <a:gdLst>
              <a:gd name="connsiteX0" fmla="*/ 0 w 1130708"/>
              <a:gd name="connsiteY0" fmla="*/ 0 h 1450258"/>
              <a:gd name="connsiteX1" fmla="*/ 1130708 w 1130708"/>
              <a:gd name="connsiteY1" fmla="*/ 0 h 1450258"/>
              <a:gd name="connsiteX2" fmla="*/ 1130708 w 1130708"/>
              <a:gd name="connsiteY2" fmla="*/ 1450258 h 1450258"/>
              <a:gd name="connsiteX3" fmla="*/ 0 w 1130708"/>
              <a:gd name="connsiteY3" fmla="*/ 1450258 h 1450258"/>
              <a:gd name="connsiteX4" fmla="*/ 0 w 1130708"/>
              <a:gd name="connsiteY4" fmla="*/ 0 h 14502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0708" h="1450258">
                <a:moveTo>
                  <a:pt x="0" y="0"/>
                </a:moveTo>
                <a:lnTo>
                  <a:pt x="1130708" y="0"/>
                </a:lnTo>
                <a:lnTo>
                  <a:pt x="1130708" y="1450258"/>
                </a:lnTo>
                <a:lnTo>
                  <a:pt x="0" y="1450258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35" name="组合 34">
            <a:extLst>
              <a:ext uri="{FF2B5EF4-FFF2-40B4-BE49-F238E27FC236}">
                <a16:creationId xmlns:a16="http://schemas.microsoft.com/office/drawing/2014/main" id="{DD3980DB-47C9-4F82-A298-0942D1D7E910}"/>
              </a:ext>
            </a:extLst>
          </p:cNvPr>
          <p:cNvGrpSpPr/>
          <p:nvPr/>
        </p:nvGrpSpPr>
        <p:grpSpPr>
          <a:xfrm>
            <a:off x="871800" y="-3418755"/>
            <a:ext cx="11814725" cy="3831414"/>
            <a:chOff x="-215027" y="-1110254"/>
            <a:chExt cx="11814725" cy="3831414"/>
          </a:xfrm>
        </p:grpSpPr>
        <p:pic>
          <p:nvPicPr>
            <p:cNvPr id="36" name="图片 35">
              <a:extLst>
                <a:ext uri="{FF2B5EF4-FFF2-40B4-BE49-F238E27FC236}">
                  <a16:creationId xmlns:a16="http://schemas.microsoft.com/office/drawing/2014/main" id="{C2987692-571E-4B02-A522-5AE02B7821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15027" y="-936138"/>
              <a:ext cx="11703352" cy="3657298"/>
            </a:xfrm>
            <a:prstGeom prst="rect">
              <a:avLst/>
            </a:prstGeom>
          </p:spPr>
        </p:pic>
        <p:pic>
          <p:nvPicPr>
            <p:cNvPr id="37" name="图片 36">
              <a:extLst>
                <a:ext uri="{FF2B5EF4-FFF2-40B4-BE49-F238E27FC236}">
                  <a16:creationId xmlns:a16="http://schemas.microsoft.com/office/drawing/2014/main" id="{0806D0D6-3EFB-418B-865A-C3C1FC1FDB6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871584" flipH="1">
              <a:off x="3245712" y="-1110254"/>
              <a:ext cx="8353986" cy="3657298"/>
            </a:xfrm>
            <a:prstGeom prst="rect">
              <a:avLst/>
            </a:prstGeom>
          </p:spPr>
        </p:pic>
      </p:grp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C36F763-F759-418B-B05E-3DD4629983C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2648" y="4864535"/>
            <a:ext cx="982116" cy="982116"/>
          </a:xfrm>
          <a:prstGeom prst="rect">
            <a:avLst/>
          </a:prstGeom>
        </p:spPr>
      </p:pic>
      <p:sp>
        <p:nvSpPr>
          <p:cNvPr id="21" name="标题 1">
            <a:extLst>
              <a:ext uri="{FF2B5EF4-FFF2-40B4-BE49-F238E27FC236}">
                <a16:creationId xmlns:a16="http://schemas.microsoft.com/office/drawing/2014/main" id="{F39F5DEC-4879-4651-92B8-4DEBE2ABC740}"/>
              </a:ext>
            </a:extLst>
          </p:cNvPr>
          <p:cNvSpPr txBox="1"/>
          <p:nvPr/>
        </p:nvSpPr>
        <p:spPr>
          <a:xfrm>
            <a:off x="1003198" y="506814"/>
            <a:ext cx="10136205" cy="887888"/>
          </a:xfrm>
          <a:prstGeom prst="rect">
            <a:avLst/>
          </a:prstGeom>
          <a:solidFill>
            <a:srgbClr val="F4EDE7">
              <a:alpha val="80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altLang="zh-CN" sz="54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 Bold (Основной текст)"/>
                <a:ea typeface="等线" panose="02010600030101010101" pitchFamily="2" charset="-122"/>
                <a:sym typeface="+mn-lt"/>
              </a:rPr>
              <a:t>Засоби розробки</a:t>
            </a:r>
            <a:endParaRPr lang="zh-CN" altLang="en-US" sz="5400" b="1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 UI Bold (Основной текст)"/>
              <a:ea typeface="等线" panose="02010600030101010101" pitchFamily="2" charset="-122"/>
              <a:sym typeface="+mn-lt"/>
            </a:endParaRPr>
          </a:p>
        </p:txBody>
      </p:sp>
      <p:sp>
        <p:nvSpPr>
          <p:cNvPr id="22" name="文本框 37">
            <a:extLst>
              <a:ext uri="{FF2B5EF4-FFF2-40B4-BE49-F238E27FC236}">
                <a16:creationId xmlns:a16="http://schemas.microsoft.com/office/drawing/2014/main" id="{FA0838E1-8982-4355-9D4C-852F1C9E798D}"/>
              </a:ext>
            </a:extLst>
          </p:cNvPr>
          <p:cNvSpPr txBox="1"/>
          <p:nvPr/>
        </p:nvSpPr>
        <p:spPr>
          <a:xfrm>
            <a:off x="472817" y="2533659"/>
            <a:ext cx="2037667" cy="11310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Клієнтська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частина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застосунку</a:t>
            </a:r>
            <a:endParaRPr lang="ru-RU" altLang="zh-CN" sz="2500" b="1" dirty="0">
              <a:solidFill>
                <a:schemeClr val="tx1">
                  <a:lumMod val="95000"/>
                  <a:lumOff val="5000"/>
                </a:schemeClr>
              </a:solidFill>
              <a:latin typeface="Gabriola" panose="04040605051002020D02" pitchFamily="82" charset="0"/>
              <a:ea typeface="等线" panose="02010600030101010101" pitchFamily="2" charset="-122"/>
              <a:cs typeface="+mj-cs"/>
              <a:sym typeface="+mn-lt"/>
            </a:endParaRP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9467D724-301F-4688-83B6-9BF0709ED6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9272" y="1551636"/>
            <a:ext cx="962875" cy="962875"/>
          </a:xfrm>
          <a:prstGeom prst="rect">
            <a:avLst/>
          </a:prstGeom>
        </p:spPr>
      </p:pic>
      <p:sp>
        <p:nvSpPr>
          <p:cNvPr id="27" name="文本框 37">
            <a:extLst>
              <a:ext uri="{FF2B5EF4-FFF2-40B4-BE49-F238E27FC236}">
                <a16:creationId xmlns:a16="http://schemas.microsoft.com/office/drawing/2014/main" id="{FF534CCD-657F-4223-B0F9-48EC4E292FF4}"/>
              </a:ext>
            </a:extLst>
          </p:cNvPr>
          <p:cNvSpPr txBox="1"/>
          <p:nvPr/>
        </p:nvSpPr>
        <p:spPr>
          <a:xfrm>
            <a:off x="3220331" y="3532517"/>
            <a:ext cx="2037667" cy="113107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Серверна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частина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застосунку</a:t>
            </a:r>
            <a:endParaRPr lang="ru-RU" altLang="zh-CN" sz="2500" b="1" dirty="0">
              <a:solidFill>
                <a:schemeClr val="tx1">
                  <a:lumMod val="95000"/>
                  <a:lumOff val="5000"/>
                </a:schemeClr>
              </a:solidFill>
              <a:latin typeface="Gabriola" panose="04040605051002020D02" pitchFamily="82" charset="0"/>
              <a:ea typeface="等线" panose="02010600030101010101" pitchFamily="2" charset="-122"/>
              <a:cs typeface="+mj-cs"/>
              <a:sym typeface="+mn-lt"/>
            </a:endParaRPr>
          </a:p>
        </p:txBody>
      </p:sp>
      <p:sp>
        <p:nvSpPr>
          <p:cNvPr id="28" name="文本框 37">
            <a:extLst>
              <a:ext uri="{FF2B5EF4-FFF2-40B4-BE49-F238E27FC236}">
                <a16:creationId xmlns:a16="http://schemas.microsoft.com/office/drawing/2014/main" id="{3C6DC598-FDA3-4B57-A06E-1E49EF1452A6}"/>
              </a:ext>
            </a:extLst>
          </p:cNvPr>
          <p:cNvSpPr txBox="1"/>
          <p:nvPr/>
        </p:nvSpPr>
        <p:spPr>
          <a:xfrm>
            <a:off x="7176572" y="2157513"/>
            <a:ext cx="962875" cy="7848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База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даних</a:t>
            </a:r>
            <a:endParaRPr lang="ru-RU" altLang="zh-CN" sz="2500" b="1" dirty="0">
              <a:solidFill>
                <a:schemeClr val="tx1">
                  <a:lumMod val="95000"/>
                  <a:lumOff val="5000"/>
                </a:schemeClr>
              </a:solidFill>
              <a:latin typeface="Gabriola" panose="04040605051002020D02" pitchFamily="82" charset="0"/>
              <a:ea typeface="等线" panose="02010600030101010101" pitchFamily="2" charset="-122"/>
              <a:cs typeface="+mj-cs"/>
              <a:sym typeface="+mn-lt"/>
            </a:endParaRP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8634C3AF-05EA-4EA6-933E-B9AE72DE012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4377" y="4003791"/>
            <a:ext cx="1037268" cy="1069650"/>
          </a:xfrm>
          <a:prstGeom prst="rect">
            <a:avLst/>
          </a:prstGeom>
        </p:spPr>
      </p:pic>
      <p:sp>
        <p:nvSpPr>
          <p:cNvPr id="32" name="文本框 37">
            <a:extLst>
              <a:ext uri="{FF2B5EF4-FFF2-40B4-BE49-F238E27FC236}">
                <a16:creationId xmlns:a16="http://schemas.microsoft.com/office/drawing/2014/main" id="{A0AD0C90-72F8-440F-8CE6-B6BB28070B9C}"/>
              </a:ext>
            </a:extLst>
          </p:cNvPr>
          <p:cNvSpPr txBox="1"/>
          <p:nvPr/>
        </p:nvSpPr>
        <p:spPr>
          <a:xfrm>
            <a:off x="9863330" y="2948414"/>
            <a:ext cx="1534421" cy="7848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Збереження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rPr>
              <a:t>зображень</a:t>
            </a:r>
            <a:endParaRPr lang="ru-RU" altLang="zh-CN" sz="2500" b="1" dirty="0">
              <a:solidFill>
                <a:schemeClr val="tx1">
                  <a:lumMod val="95000"/>
                  <a:lumOff val="5000"/>
                </a:schemeClr>
              </a:solidFill>
              <a:latin typeface="Gabriola" panose="04040605051002020D02" pitchFamily="82" charset="0"/>
              <a:ea typeface="等线" panose="02010600030101010101" pitchFamily="2" charset="-122"/>
              <a:cs typeface="+mj-cs"/>
              <a:sym typeface="+mn-lt"/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8E8076E-2F78-4B80-806E-42C3A88848BB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9533" y="961228"/>
            <a:ext cx="962876" cy="962876"/>
          </a:xfrm>
          <a:prstGeom prst="rect">
            <a:avLst/>
          </a:prstGeom>
        </p:spPr>
      </p:pic>
      <p:sp>
        <p:nvSpPr>
          <p:cNvPr id="33" name="文本框 37">
            <a:extLst>
              <a:ext uri="{FF2B5EF4-FFF2-40B4-BE49-F238E27FC236}">
                <a16:creationId xmlns:a16="http://schemas.microsoft.com/office/drawing/2014/main" id="{5774553A-1C2B-4A46-ABCD-BBF916ADC6BC}"/>
              </a:ext>
            </a:extLst>
          </p:cNvPr>
          <p:cNvSpPr txBox="1"/>
          <p:nvPr/>
        </p:nvSpPr>
        <p:spPr>
          <a:xfrm>
            <a:off x="2004764" y="5654030"/>
            <a:ext cx="8184936" cy="9910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</a:pPr>
            <a:r>
              <a:rPr lang="uk-UA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ea typeface="等线" panose="02010600030101010101" pitchFamily="2" charset="-122"/>
                <a:cs typeface="+mj-cs"/>
                <a:sym typeface="+mn-lt"/>
              </a:rPr>
              <a:t>Були також використані бібліотеки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ea typeface="等线" panose="02010600030101010101" pitchFamily="2" charset="-122"/>
                <a:cs typeface="+mj-cs"/>
                <a:sym typeface="+mn-lt"/>
              </a:rPr>
              <a:t>:</a:t>
            </a:r>
            <a:r>
              <a:rPr lang="uk-UA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ea typeface="等线" panose="02010600030101010101" pitchFamily="2" charset="-122"/>
                <a:cs typeface="+mj-cs"/>
                <a:sym typeface="+mn-lt"/>
              </a:rPr>
              <a:t> 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ePub.js</a:t>
            </a:r>
            <a:r>
              <a:rPr lang="uk-UA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, </a:t>
            </a:r>
            <a:r>
              <a:rPr lang="en-US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multer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, JWT Decode, </a:t>
            </a:r>
            <a:r>
              <a:rPr lang="en-US" altLang="zh-CN" sz="32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FontAwesome</a:t>
            </a:r>
            <a:r>
              <a:rPr lang="en-US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, PostgreSQL Client, </a:t>
            </a:r>
            <a:r>
              <a:rPr lang="uk-UA" altLang="zh-CN" sz="32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тощо</a:t>
            </a:r>
            <a:endParaRPr lang="uk-UA" altLang="zh-CN" sz="3200" b="1" dirty="0">
              <a:solidFill>
                <a:schemeClr val="tx1">
                  <a:lumMod val="95000"/>
                  <a:lumOff val="5000"/>
                </a:schemeClr>
              </a:solidFill>
              <a:latin typeface="Monotype Corsiva" panose="03010101010201010101" pitchFamily="66" charset="0"/>
              <a:ea typeface="等线" panose="02010600030101010101" pitchFamily="2" charset="-122"/>
              <a:cs typeface="+mj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2423335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/>
      <p:bldP spid="27" grpId="0"/>
      <p:bldP spid="28" grpId="0"/>
      <p:bldP spid="32" grpId="0"/>
      <p:bldP spid="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C12994C-080B-463D-BC5B-C206A9D391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33250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539C3DC-1521-44CC-BBEC-41113E0AA9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29920" y="761988"/>
            <a:ext cx="6096012" cy="6096012"/>
          </a:xfrm>
          <a:prstGeom prst="rect">
            <a:avLst/>
          </a:prstGeom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BC072A09-17FA-491E-AFEA-97DD0EA0ACC1}"/>
              </a:ext>
            </a:extLst>
          </p:cNvPr>
          <p:cNvGrpSpPr/>
          <p:nvPr/>
        </p:nvGrpSpPr>
        <p:grpSpPr>
          <a:xfrm>
            <a:off x="874234" y="-1687814"/>
            <a:ext cx="11703352" cy="7950236"/>
            <a:chOff x="126337" y="-331687"/>
            <a:chExt cx="11703352" cy="7950236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2F5ECC36-87FE-4C96-9480-68BDE21C3D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37" y="-331687"/>
              <a:ext cx="11703352" cy="3657298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0A875F74-05D3-49AB-A0E4-1C09D5C5E7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871584" flipH="1">
              <a:off x="1533899" y="3961251"/>
              <a:ext cx="8353986" cy="3657298"/>
            </a:xfrm>
            <a:prstGeom prst="rect">
              <a:avLst/>
            </a:prstGeom>
          </p:spPr>
        </p:pic>
      </p:grpSp>
      <p:sp>
        <p:nvSpPr>
          <p:cNvPr id="14" name="标题 1">
            <a:extLst>
              <a:ext uri="{FF2B5EF4-FFF2-40B4-BE49-F238E27FC236}">
                <a16:creationId xmlns:a16="http://schemas.microsoft.com/office/drawing/2014/main" id="{5AC8EFFC-73E6-4892-86E1-1E01991C4411}"/>
              </a:ext>
            </a:extLst>
          </p:cNvPr>
          <p:cNvSpPr txBox="1"/>
          <p:nvPr/>
        </p:nvSpPr>
        <p:spPr>
          <a:xfrm>
            <a:off x="1003198" y="506814"/>
            <a:ext cx="10136205" cy="887888"/>
          </a:xfrm>
          <a:prstGeom prst="rect">
            <a:avLst/>
          </a:prstGeom>
          <a:solidFill>
            <a:srgbClr val="F4EDE7">
              <a:alpha val="80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altLang="zh-CN" sz="54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 Bold (Основной текст)"/>
                <a:ea typeface="等线" panose="02010600030101010101" pitchFamily="2" charset="-122"/>
                <a:sym typeface="+mn-lt"/>
              </a:rPr>
              <a:t>Опис архітектури</a:t>
            </a:r>
            <a:endParaRPr lang="zh-CN" altLang="en-US" sz="5400" b="1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 UI Bold (Основной текст)"/>
              <a:ea typeface="等线" panose="02010600030101010101" pitchFamily="2" charset="-122"/>
              <a:sym typeface="+mn-lt"/>
            </a:endParaRPr>
          </a:p>
        </p:txBody>
      </p:sp>
      <p:sp>
        <p:nvSpPr>
          <p:cNvPr id="15" name="文本框 37">
            <a:extLst>
              <a:ext uri="{FF2B5EF4-FFF2-40B4-BE49-F238E27FC236}">
                <a16:creationId xmlns:a16="http://schemas.microsoft.com/office/drawing/2014/main" id="{D74B2AA8-0703-41B8-A8F9-4553CD36BCB7}"/>
              </a:ext>
            </a:extLst>
          </p:cNvPr>
          <p:cNvSpPr txBox="1"/>
          <p:nvPr/>
        </p:nvSpPr>
        <p:spPr>
          <a:xfrm>
            <a:off x="3830320" y="1564939"/>
            <a:ext cx="7850235" cy="210057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Використано</a:t>
            </a: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</a:t>
            </a: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архітектурний</a:t>
            </a: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</a:t>
            </a: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патерн</a:t>
            </a: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</a:t>
            </a:r>
            <a:r>
              <a:rPr lang="en-US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MVC (Model–View–Controller), </a:t>
            </a: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який</a:t>
            </a: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</a:t>
            </a: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забезпечує</a:t>
            </a: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</a:t>
            </a: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розділення</a:t>
            </a: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</a:t>
            </a: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відповідальностей</a:t>
            </a: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</a:t>
            </a: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між</a:t>
            </a:r>
            <a:r>
              <a: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 компонентами </a:t>
            </a:r>
            <a:r>
              <a:rPr lang="ru-RU" altLang="zh-CN" sz="36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Monotype Corsiva" panose="03010101010201010101" pitchFamily="66" charset="0"/>
                <a:cs typeface="+mj-cs"/>
                <a:sym typeface="+mn-lt"/>
              </a:rPr>
              <a:t>системи</a:t>
            </a:r>
            <a:endParaRPr lang="ru-RU" altLang="zh-CN" sz="3600" b="1" dirty="0">
              <a:solidFill>
                <a:schemeClr val="tx1">
                  <a:lumMod val="95000"/>
                  <a:lumOff val="5000"/>
                </a:schemeClr>
              </a:solidFill>
              <a:latin typeface="Monotype Corsiva" panose="03010101010201010101" pitchFamily="66" charset="0"/>
              <a:ea typeface="等线" panose="02010600030101010101" pitchFamily="2" charset="-122"/>
              <a:cs typeface="+mj-cs"/>
              <a:sym typeface="+mn-lt"/>
            </a:endParaRPr>
          </a:p>
        </p:txBody>
      </p:sp>
      <p:sp>
        <p:nvSpPr>
          <p:cNvPr id="16" name="文本框 37">
            <a:extLst>
              <a:ext uri="{FF2B5EF4-FFF2-40B4-BE49-F238E27FC236}">
                <a16:creationId xmlns:a16="http://schemas.microsoft.com/office/drawing/2014/main" id="{95C73232-8BCD-4794-93AD-155C2BB5D4B4}"/>
              </a:ext>
            </a:extLst>
          </p:cNvPr>
          <p:cNvSpPr txBox="1"/>
          <p:nvPr/>
        </p:nvSpPr>
        <p:spPr>
          <a:xfrm>
            <a:off x="6001384" y="3811123"/>
            <a:ext cx="5605329" cy="182357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r">
              <a:lnSpc>
                <a:spcPct val="90000"/>
              </a:lnSpc>
              <a:spcBef>
                <a:spcPct val="0"/>
              </a:spcBef>
            </a:pP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Модель представлена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класами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сутностей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,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що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описують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структуру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даних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,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контролери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з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сервісами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реалізують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обробку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запитів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і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повернення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результатів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, а роль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представлення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виконує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клієнтська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частина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на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базі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React</a:t>
            </a:r>
            <a:endParaRPr lang="ru-RU" altLang="zh-CN" sz="2500" b="1" dirty="0">
              <a:solidFill>
                <a:schemeClr val="tx1">
                  <a:lumMod val="95000"/>
                  <a:lumOff val="5000"/>
                </a:schemeClr>
              </a:solidFill>
              <a:latin typeface="Gabriola" panose="04040605051002020D02" pitchFamily="82" charset="0"/>
              <a:ea typeface="等线" panose="02010600030101010101" pitchFamily="2" charset="-122"/>
              <a:cs typeface="+mj-cs"/>
              <a:sym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342269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7BFB1A57-322B-480C-BBA0-983D6959EB52}"/>
              </a:ext>
            </a:extLst>
          </p:cNvPr>
          <p:cNvSpPr/>
          <p:nvPr/>
        </p:nvSpPr>
        <p:spPr>
          <a:xfrm>
            <a:off x="-1020147" y="950758"/>
            <a:ext cx="7182464" cy="7213571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5854999C-9CA0-4514-8F7A-E681AC5A20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7532" y="3405059"/>
            <a:ext cx="7226710" cy="3392129"/>
          </a:xfrm>
          <a:prstGeom prst="rect">
            <a:avLst/>
          </a:prstGeom>
        </p:spPr>
      </p:pic>
      <p:sp>
        <p:nvSpPr>
          <p:cNvPr id="28" name="标题 1">
            <a:extLst>
              <a:ext uri="{FF2B5EF4-FFF2-40B4-BE49-F238E27FC236}">
                <a16:creationId xmlns:a16="http://schemas.microsoft.com/office/drawing/2014/main" id="{BAF01FF9-41D5-4DDC-96D1-6D178329B992}"/>
              </a:ext>
            </a:extLst>
          </p:cNvPr>
          <p:cNvSpPr txBox="1"/>
          <p:nvPr/>
        </p:nvSpPr>
        <p:spPr>
          <a:xfrm>
            <a:off x="1003198" y="506814"/>
            <a:ext cx="10136205" cy="887888"/>
          </a:xfrm>
          <a:prstGeom prst="rect">
            <a:avLst/>
          </a:prstGeom>
          <a:solidFill>
            <a:srgbClr val="F4EDE7">
              <a:alpha val="80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altLang="zh-CN" sz="54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 Bold (Основной текст)"/>
                <a:ea typeface="等线" panose="02010600030101010101" pitchFamily="2" charset="-122"/>
                <a:sym typeface="+mn-lt"/>
              </a:rPr>
              <a:t>Діаграма послідовностей</a:t>
            </a:r>
            <a:endParaRPr lang="zh-CN" altLang="en-US" sz="5400" b="1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 UI Bold (Основной текст)"/>
              <a:ea typeface="等线" panose="02010600030101010101" pitchFamily="2" charset="-122"/>
              <a:sym typeface="+mn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09D152B-1B73-46F6-8D25-221829B1BC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52079" y="1590161"/>
            <a:ext cx="5887842" cy="5011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8494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2244CDE7-867D-4014-8FFF-FEEFB46FFA0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33250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99683E30-B0C2-4290-9A0C-73D9EC3B775D}"/>
              </a:ext>
            </a:extLst>
          </p:cNvPr>
          <p:cNvSpPr txBox="1"/>
          <p:nvPr/>
        </p:nvSpPr>
        <p:spPr>
          <a:xfrm>
            <a:off x="6942025" y="2256503"/>
            <a:ext cx="461665" cy="92398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endParaRPr lang="zh-CN" altLang="en-US" dirty="0"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14756090-D873-4FEC-8F99-7234AABD0D1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204" y="2982112"/>
            <a:ext cx="11703352" cy="3657298"/>
          </a:xfrm>
          <a:prstGeom prst="rect">
            <a:avLst/>
          </a:prstGeom>
        </p:spPr>
      </p:pic>
      <p:sp>
        <p:nvSpPr>
          <p:cNvPr id="14" name="标题 1">
            <a:extLst>
              <a:ext uri="{FF2B5EF4-FFF2-40B4-BE49-F238E27FC236}">
                <a16:creationId xmlns:a16="http://schemas.microsoft.com/office/drawing/2014/main" id="{594526DF-7947-4FD0-A7D6-1F6C07F6B3A1}"/>
              </a:ext>
            </a:extLst>
          </p:cNvPr>
          <p:cNvSpPr txBox="1"/>
          <p:nvPr/>
        </p:nvSpPr>
        <p:spPr>
          <a:xfrm>
            <a:off x="1003198" y="506814"/>
            <a:ext cx="10136205" cy="887888"/>
          </a:xfrm>
          <a:prstGeom prst="rect">
            <a:avLst/>
          </a:prstGeom>
          <a:solidFill>
            <a:srgbClr val="F4EDE7">
              <a:alpha val="80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altLang="zh-CN" sz="54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 Bold (Основной текст)"/>
                <a:ea typeface="等线" panose="02010600030101010101" pitchFamily="2" charset="-122"/>
                <a:sym typeface="+mn-lt"/>
              </a:rPr>
              <a:t>Діаграма кооперацій</a:t>
            </a:r>
            <a:endParaRPr lang="zh-CN" altLang="en-US" sz="5400" b="1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 UI Bold (Основной текст)"/>
              <a:ea typeface="等线" panose="02010600030101010101" pitchFamily="2" charset="-122"/>
              <a:sym typeface="+mn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489CA29F-34ED-4CF8-A25B-7761CB4BA01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892" y="1565612"/>
            <a:ext cx="8394215" cy="4901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7291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9CB8B54-15ED-49A7-BB07-A854C3F175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33250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91F710E-8E22-4040-98BF-CFD737EE63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0" t="32688" r="56421" b="36344"/>
          <a:stretch>
            <a:fillRect/>
          </a:stretch>
        </p:blipFill>
        <p:spPr>
          <a:xfrm>
            <a:off x="-442451" y="2304864"/>
            <a:ext cx="4277032" cy="4774362"/>
          </a:xfrm>
          <a:custGeom>
            <a:avLst/>
            <a:gdLst>
              <a:gd name="connsiteX0" fmla="*/ 0 w 1902542"/>
              <a:gd name="connsiteY0" fmla="*/ 0 h 2123768"/>
              <a:gd name="connsiteX1" fmla="*/ 1902542 w 1902542"/>
              <a:gd name="connsiteY1" fmla="*/ 0 h 2123768"/>
              <a:gd name="connsiteX2" fmla="*/ 1902542 w 1902542"/>
              <a:gd name="connsiteY2" fmla="*/ 2123768 h 2123768"/>
              <a:gd name="connsiteX3" fmla="*/ 0 w 1902542"/>
              <a:gd name="connsiteY3" fmla="*/ 2123768 h 2123768"/>
              <a:gd name="connsiteX4" fmla="*/ 0 w 1902542"/>
              <a:gd name="connsiteY4" fmla="*/ 0 h 2123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2542" h="2123768">
                <a:moveTo>
                  <a:pt x="0" y="0"/>
                </a:moveTo>
                <a:lnTo>
                  <a:pt x="1902542" y="0"/>
                </a:lnTo>
                <a:lnTo>
                  <a:pt x="1902542" y="2123768"/>
                </a:lnTo>
                <a:lnTo>
                  <a:pt x="0" y="2123768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39" name="组合 38">
            <a:extLst>
              <a:ext uri="{FF2B5EF4-FFF2-40B4-BE49-F238E27FC236}">
                <a16:creationId xmlns:a16="http://schemas.microsoft.com/office/drawing/2014/main" id="{41A8B238-A412-4337-85BE-5091AF1E45DA}"/>
              </a:ext>
            </a:extLst>
          </p:cNvPr>
          <p:cNvGrpSpPr/>
          <p:nvPr/>
        </p:nvGrpSpPr>
        <p:grpSpPr>
          <a:xfrm>
            <a:off x="2941765" y="442235"/>
            <a:ext cx="11703352" cy="6636991"/>
            <a:chOff x="-2422715" y="10960"/>
            <a:chExt cx="11703352" cy="6636991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203E92BC-5EE3-4DFA-A794-F9B927FA6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422715" y="10960"/>
              <a:ext cx="11703352" cy="3657298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83206175-0FB9-46B0-ADD2-D62AB2705B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871584" flipH="1">
              <a:off x="-1825041" y="2990653"/>
              <a:ext cx="8353986" cy="3657298"/>
            </a:xfrm>
            <a:prstGeom prst="rect">
              <a:avLst/>
            </a:prstGeom>
          </p:spPr>
        </p:pic>
      </p:grpSp>
      <p:sp>
        <p:nvSpPr>
          <p:cNvPr id="23" name="标题 1">
            <a:extLst>
              <a:ext uri="{FF2B5EF4-FFF2-40B4-BE49-F238E27FC236}">
                <a16:creationId xmlns:a16="http://schemas.microsoft.com/office/drawing/2014/main" id="{31520507-DF15-4BFC-84FA-BDE6891F86DE}"/>
              </a:ext>
            </a:extLst>
          </p:cNvPr>
          <p:cNvSpPr txBox="1"/>
          <p:nvPr/>
        </p:nvSpPr>
        <p:spPr>
          <a:xfrm>
            <a:off x="1003198" y="506814"/>
            <a:ext cx="10136205" cy="887888"/>
          </a:xfrm>
          <a:prstGeom prst="rect">
            <a:avLst/>
          </a:prstGeom>
          <a:solidFill>
            <a:srgbClr val="F4EDE7">
              <a:alpha val="80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altLang="zh-CN" sz="54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 Bold (Основной текст)"/>
                <a:ea typeface="等线" panose="02010600030101010101" pitchFamily="2" charset="-122"/>
                <a:sym typeface="+mn-lt"/>
              </a:rPr>
              <a:t>Діаграма класів</a:t>
            </a:r>
            <a:endParaRPr lang="zh-CN" altLang="en-US" sz="5400" b="1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 UI Bold (Основной текст)"/>
              <a:ea typeface="等线" panose="02010600030101010101" pitchFamily="2" charset="-122"/>
              <a:sym typeface="+mn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F73F837-37D4-44DF-B3FA-5D32A60A97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2111" y="1658874"/>
            <a:ext cx="9167778" cy="4881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622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9CB8B54-15ED-49A7-BB07-A854C3F175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33250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91F710E-8E22-4040-98BF-CFD737EE63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0" t="32688" r="56421" b="36344"/>
          <a:stretch>
            <a:fillRect/>
          </a:stretch>
        </p:blipFill>
        <p:spPr>
          <a:xfrm>
            <a:off x="-442451" y="2304864"/>
            <a:ext cx="4277032" cy="4774362"/>
          </a:xfrm>
          <a:custGeom>
            <a:avLst/>
            <a:gdLst>
              <a:gd name="connsiteX0" fmla="*/ 0 w 1902542"/>
              <a:gd name="connsiteY0" fmla="*/ 0 h 2123768"/>
              <a:gd name="connsiteX1" fmla="*/ 1902542 w 1902542"/>
              <a:gd name="connsiteY1" fmla="*/ 0 h 2123768"/>
              <a:gd name="connsiteX2" fmla="*/ 1902542 w 1902542"/>
              <a:gd name="connsiteY2" fmla="*/ 2123768 h 2123768"/>
              <a:gd name="connsiteX3" fmla="*/ 0 w 1902542"/>
              <a:gd name="connsiteY3" fmla="*/ 2123768 h 2123768"/>
              <a:gd name="connsiteX4" fmla="*/ 0 w 1902542"/>
              <a:gd name="connsiteY4" fmla="*/ 0 h 2123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2542" h="2123768">
                <a:moveTo>
                  <a:pt x="0" y="0"/>
                </a:moveTo>
                <a:lnTo>
                  <a:pt x="1902542" y="0"/>
                </a:lnTo>
                <a:lnTo>
                  <a:pt x="1902542" y="2123768"/>
                </a:lnTo>
                <a:lnTo>
                  <a:pt x="0" y="2123768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39" name="组合 38">
            <a:extLst>
              <a:ext uri="{FF2B5EF4-FFF2-40B4-BE49-F238E27FC236}">
                <a16:creationId xmlns:a16="http://schemas.microsoft.com/office/drawing/2014/main" id="{41A8B238-A412-4337-85BE-5091AF1E45DA}"/>
              </a:ext>
            </a:extLst>
          </p:cNvPr>
          <p:cNvGrpSpPr/>
          <p:nvPr/>
        </p:nvGrpSpPr>
        <p:grpSpPr>
          <a:xfrm>
            <a:off x="2941765" y="442235"/>
            <a:ext cx="11703352" cy="6636991"/>
            <a:chOff x="-2422715" y="10960"/>
            <a:chExt cx="11703352" cy="6636991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203E92BC-5EE3-4DFA-A794-F9B927FA6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422715" y="10960"/>
              <a:ext cx="11703352" cy="3657298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83206175-0FB9-46B0-ADD2-D62AB2705B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871584" flipH="1">
              <a:off x="-1825041" y="2990653"/>
              <a:ext cx="8353986" cy="3657298"/>
            </a:xfrm>
            <a:prstGeom prst="rect">
              <a:avLst/>
            </a:prstGeom>
          </p:spPr>
        </p:pic>
      </p:grpSp>
      <p:sp>
        <p:nvSpPr>
          <p:cNvPr id="23" name="标题 1">
            <a:extLst>
              <a:ext uri="{FF2B5EF4-FFF2-40B4-BE49-F238E27FC236}">
                <a16:creationId xmlns:a16="http://schemas.microsoft.com/office/drawing/2014/main" id="{31520507-DF15-4BFC-84FA-BDE6891F86DE}"/>
              </a:ext>
            </a:extLst>
          </p:cNvPr>
          <p:cNvSpPr txBox="1"/>
          <p:nvPr/>
        </p:nvSpPr>
        <p:spPr>
          <a:xfrm>
            <a:off x="1003198" y="506814"/>
            <a:ext cx="10136205" cy="887888"/>
          </a:xfrm>
          <a:prstGeom prst="rect">
            <a:avLst/>
          </a:prstGeom>
          <a:solidFill>
            <a:srgbClr val="F4EDE7">
              <a:alpha val="80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altLang="zh-CN" sz="54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 Bold (Основной текст)"/>
                <a:ea typeface="等线" panose="02010600030101010101" pitchFamily="2" charset="-122"/>
                <a:sym typeface="+mn-lt"/>
              </a:rPr>
              <a:t>Діаграма класів</a:t>
            </a:r>
            <a:endParaRPr lang="zh-CN" altLang="en-US" sz="5400" b="1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 UI Bold (Основной текст)"/>
              <a:ea typeface="等线" panose="02010600030101010101" pitchFamily="2" charset="-122"/>
              <a:sym typeface="+mn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F73F837-37D4-44DF-B3FA-5D32A60A97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46705" y="1658874"/>
            <a:ext cx="9098589" cy="4881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0182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9CB8B54-15ED-49A7-BB07-A854C3F175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33250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91F710E-8E22-4040-98BF-CFD737EE63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0" t="32688" r="56421" b="36344"/>
          <a:stretch>
            <a:fillRect/>
          </a:stretch>
        </p:blipFill>
        <p:spPr>
          <a:xfrm>
            <a:off x="-442451" y="2304864"/>
            <a:ext cx="4277032" cy="4774362"/>
          </a:xfrm>
          <a:custGeom>
            <a:avLst/>
            <a:gdLst>
              <a:gd name="connsiteX0" fmla="*/ 0 w 1902542"/>
              <a:gd name="connsiteY0" fmla="*/ 0 h 2123768"/>
              <a:gd name="connsiteX1" fmla="*/ 1902542 w 1902542"/>
              <a:gd name="connsiteY1" fmla="*/ 0 h 2123768"/>
              <a:gd name="connsiteX2" fmla="*/ 1902542 w 1902542"/>
              <a:gd name="connsiteY2" fmla="*/ 2123768 h 2123768"/>
              <a:gd name="connsiteX3" fmla="*/ 0 w 1902542"/>
              <a:gd name="connsiteY3" fmla="*/ 2123768 h 2123768"/>
              <a:gd name="connsiteX4" fmla="*/ 0 w 1902542"/>
              <a:gd name="connsiteY4" fmla="*/ 0 h 2123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2542" h="2123768">
                <a:moveTo>
                  <a:pt x="0" y="0"/>
                </a:moveTo>
                <a:lnTo>
                  <a:pt x="1902542" y="0"/>
                </a:lnTo>
                <a:lnTo>
                  <a:pt x="1902542" y="2123768"/>
                </a:lnTo>
                <a:lnTo>
                  <a:pt x="0" y="2123768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39" name="组合 38">
            <a:extLst>
              <a:ext uri="{FF2B5EF4-FFF2-40B4-BE49-F238E27FC236}">
                <a16:creationId xmlns:a16="http://schemas.microsoft.com/office/drawing/2014/main" id="{41A8B238-A412-4337-85BE-5091AF1E45DA}"/>
              </a:ext>
            </a:extLst>
          </p:cNvPr>
          <p:cNvGrpSpPr/>
          <p:nvPr/>
        </p:nvGrpSpPr>
        <p:grpSpPr>
          <a:xfrm>
            <a:off x="2941765" y="442235"/>
            <a:ext cx="11703352" cy="6636991"/>
            <a:chOff x="-2422715" y="10960"/>
            <a:chExt cx="11703352" cy="6636991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203E92BC-5EE3-4DFA-A794-F9B927FA6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422715" y="10960"/>
              <a:ext cx="11703352" cy="3657298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83206175-0FB9-46B0-ADD2-D62AB2705B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871584" flipH="1">
              <a:off x="-1825041" y="2990653"/>
              <a:ext cx="8353986" cy="3657298"/>
            </a:xfrm>
            <a:prstGeom prst="rect">
              <a:avLst/>
            </a:prstGeom>
          </p:spPr>
        </p:pic>
      </p:grpSp>
      <p:sp>
        <p:nvSpPr>
          <p:cNvPr id="23" name="标题 1">
            <a:extLst>
              <a:ext uri="{FF2B5EF4-FFF2-40B4-BE49-F238E27FC236}">
                <a16:creationId xmlns:a16="http://schemas.microsoft.com/office/drawing/2014/main" id="{31520507-DF15-4BFC-84FA-BDE6891F86DE}"/>
              </a:ext>
            </a:extLst>
          </p:cNvPr>
          <p:cNvSpPr txBox="1"/>
          <p:nvPr/>
        </p:nvSpPr>
        <p:spPr>
          <a:xfrm>
            <a:off x="1003198" y="506814"/>
            <a:ext cx="10136205" cy="887888"/>
          </a:xfrm>
          <a:prstGeom prst="rect">
            <a:avLst/>
          </a:prstGeom>
          <a:solidFill>
            <a:srgbClr val="F4EDE7">
              <a:alpha val="80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altLang="zh-CN" sz="54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 Bold (Основной текст)"/>
                <a:ea typeface="等线" panose="02010600030101010101" pitchFamily="2" charset="-122"/>
                <a:sym typeface="+mn-lt"/>
              </a:rPr>
              <a:t>Діаграма класів</a:t>
            </a:r>
            <a:endParaRPr lang="zh-CN" altLang="en-US" sz="5400" b="1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 UI Bold (Основной текст)"/>
              <a:ea typeface="等线" panose="02010600030101010101" pitchFamily="2" charset="-122"/>
              <a:sym typeface="+mn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F73F837-37D4-44DF-B3FA-5D32A60A97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46705" y="1660524"/>
            <a:ext cx="9098589" cy="48780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95843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9CB8B54-15ED-49A7-BB07-A854C3F175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33250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91F710E-8E22-4040-98BF-CFD737EE63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0" t="32688" r="56421" b="36344"/>
          <a:stretch>
            <a:fillRect/>
          </a:stretch>
        </p:blipFill>
        <p:spPr>
          <a:xfrm>
            <a:off x="-442451" y="2304864"/>
            <a:ext cx="4277032" cy="4774362"/>
          </a:xfrm>
          <a:custGeom>
            <a:avLst/>
            <a:gdLst>
              <a:gd name="connsiteX0" fmla="*/ 0 w 1902542"/>
              <a:gd name="connsiteY0" fmla="*/ 0 h 2123768"/>
              <a:gd name="connsiteX1" fmla="*/ 1902542 w 1902542"/>
              <a:gd name="connsiteY1" fmla="*/ 0 h 2123768"/>
              <a:gd name="connsiteX2" fmla="*/ 1902542 w 1902542"/>
              <a:gd name="connsiteY2" fmla="*/ 2123768 h 2123768"/>
              <a:gd name="connsiteX3" fmla="*/ 0 w 1902542"/>
              <a:gd name="connsiteY3" fmla="*/ 2123768 h 2123768"/>
              <a:gd name="connsiteX4" fmla="*/ 0 w 1902542"/>
              <a:gd name="connsiteY4" fmla="*/ 0 h 2123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2542" h="2123768">
                <a:moveTo>
                  <a:pt x="0" y="0"/>
                </a:moveTo>
                <a:lnTo>
                  <a:pt x="1902542" y="0"/>
                </a:lnTo>
                <a:lnTo>
                  <a:pt x="1902542" y="2123768"/>
                </a:lnTo>
                <a:lnTo>
                  <a:pt x="0" y="2123768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39" name="组合 38">
            <a:extLst>
              <a:ext uri="{FF2B5EF4-FFF2-40B4-BE49-F238E27FC236}">
                <a16:creationId xmlns:a16="http://schemas.microsoft.com/office/drawing/2014/main" id="{41A8B238-A412-4337-85BE-5091AF1E45DA}"/>
              </a:ext>
            </a:extLst>
          </p:cNvPr>
          <p:cNvGrpSpPr/>
          <p:nvPr/>
        </p:nvGrpSpPr>
        <p:grpSpPr>
          <a:xfrm>
            <a:off x="2941765" y="442235"/>
            <a:ext cx="11703352" cy="6636991"/>
            <a:chOff x="-2422715" y="10960"/>
            <a:chExt cx="11703352" cy="6636991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203E92BC-5EE3-4DFA-A794-F9B927FA6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422715" y="10960"/>
              <a:ext cx="11703352" cy="3657298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83206175-0FB9-46B0-ADD2-D62AB2705B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871584" flipH="1">
              <a:off x="-1825041" y="2990653"/>
              <a:ext cx="8353986" cy="3657298"/>
            </a:xfrm>
            <a:prstGeom prst="rect">
              <a:avLst/>
            </a:prstGeom>
          </p:spPr>
        </p:pic>
      </p:grpSp>
      <p:sp>
        <p:nvSpPr>
          <p:cNvPr id="23" name="标题 1">
            <a:extLst>
              <a:ext uri="{FF2B5EF4-FFF2-40B4-BE49-F238E27FC236}">
                <a16:creationId xmlns:a16="http://schemas.microsoft.com/office/drawing/2014/main" id="{31520507-DF15-4BFC-84FA-BDE6891F86DE}"/>
              </a:ext>
            </a:extLst>
          </p:cNvPr>
          <p:cNvSpPr txBox="1"/>
          <p:nvPr/>
        </p:nvSpPr>
        <p:spPr>
          <a:xfrm>
            <a:off x="1003198" y="506814"/>
            <a:ext cx="10136205" cy="887888"/>
          </a:xfrm>
          <a:prstGeom prst="rect">
            <a:avLst/>
          </a:prstGeom>
          <a:solidFill>
            <a:srgbClr val="F4EDE7">
              <a:alpha val="80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altLang="zh-CN" sz="54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 Bold (Основной текст)"/>
                <a:ea typeface="等线" panose="02010600030101010101" pitchFamily="2" charset="-122"/>
                <a:sym typeface="+mn-lt"/>
              </a:rPr>
              <a:t>Діаграма класів</a:t>
            </a:r>
            <a:endParaRPr lang="zh-CN" altLang="en-US" sz="5400" b="1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 UI Bold (Основной текст)"/>
              <a:ea typeface="等线" panose="02010600030101010101" pitchFamily="2" charset="-122"/>
              <a:sym typeface="+mn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F73F837-37D4-44DF-B3FA-5D32A60A97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546705" y="1662883"/>
            <a:ext cx="9098589" cy="487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2645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AF127DE-B82A-4AB3-B1E4-82C5D59BCB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33250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grpSp>
        <p:nvGrpSpPr>
          <p:cNvPr id="39" name="组合 38">
            <a:extLst>
              <a:ext uri="{FF2B5EF4-FFF2-40B4-BE49-F238E27FC236}">
                <a16:creationId xmlns:a16="http://schemas.microsoft.com/office/drawing/2014/main" id="{8F161B01-8B5A-44BF-9529-97BDAA85876D}"/>
              </a:ext>
            </a:extLst>
          </p:cNvPr>
          <p:cNvGrpSpPr/>
          <p:nvPr/>
        </p:nvGrpSpPr>
        <p:grpSpPr>
          <a:xfrm>
            <a:off x="0" y="262406"/>
            <a:ext cx="11972997" cy="7375381"/>
            <a:chOff x="-143308" y="-331687"/>
            <a:chExt cx="11972997" cy="7375381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D41A4C25-65D0-48B5-A2F0-56DB5459D1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37" y="-331687"/>
              <a:ext cx="11703352" cy="3657298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5B2CD324-9D8C-4798-A69E-AD85CE2EA0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871584" flipH="1">
              <a:off x="-143308" y="3386396"/>
              <a:ext cx="8353986" cy="3657298"/>
            </a:xfrm>
            <a:prstGeom prst="rect">
              <a:avLst/>
            </a:prstGeom>
          </p:spPr>
        </p:pic>
      </p:grpSp>
      <p:sp>
        <p:nvSpPr>
          <p:cNvPr id="21" name="标题 1">
            <a:extLst>
              <a:ext uri="{FF2B5EF4-FFF2-40B4-BE49-F238E27FC236}">
                <a16:creationId xmlns:a16="http://schemas.microsoft.com/office/drawing/2014/main" id="{35EAB4B1-710F-4958-84EE-8C245A396D82}"/>
              </a:ext>
            </a:extLst>
          </p:cNvPr>
          <p:cNvSpPr txBox="1"/>
          <p:nvPr/>
        </p:nvSpPr>
        <p:spPr>
          <a:xfrm>
            <a:off x="1003198" y="506814"/>
            <a:ext cx="10136205" cy="887888"/>
          </a:xfrm>
          <a:prstGeom prst="rect">
            <a:avLst/>
          </a:prstGeom>
          <a:solidFill>
            <a:srgbClr val="F4EDE7">
              <a:alpha val="80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altLang="zh-CN" sz="54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 Bold (Основной текст)"/>
                <a:ea typeface="等线" panose="02010600030101010101" pitchFamily="2" charset="-122"/>
                <a:sym typeface="+mn-lt"/>
              </a:rPr>
              <a:t>Діаграма діяльності</a:t>
            </a:r>
            <a:endParaRPr lang="zh-CN" altLang="en-US" sz="5400" b="1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 UI Bold (Основной текст)"/>
              <a:ea typeface="等线" panose="02010600030101010101" pitchFamily="2" charset="-122"/>
              <a:sym typeface="+mn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C092BDA-8380-4339-9751-7116E62FEE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87670" y="1600968"/>
            <a:ext cx="7616660" cy="4976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414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AF127DE-B82A-4AB3-B1E4-82C5D59BCB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33250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grpSp>
        <p:nvGrpSpPr>
          <p:cNvPr id="39" name="组合 38">
            <a:extLst>
              <a:ext uri="{FF2B5EF4-FFF2-40B4-BE49-F238E27FC236}">
                <a16:creationId xmlns:a16="http://schemas.microsoft.com/office/drawing/2014/main" id="{8F161B01-8B5A-44BF-9529-97BDAA85876D}"/>
              </a:ext>
            </a:extLst>
          </p:cNvPr>
          <p:cNvGrpSpPr/>
          <p:nvPr/>
        </p:nvGrpSpPr>
        <p:grpSpPr>
          <a:xfrm>
            <a:off x="0" y="262406"/>
            <a:ext cx="11972997" cy="7375381"/>
            <a:chOff x="-143308" y="-331687"/>
            <a:chExt cx="11972997" cy="7375381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D41A4C25-65D0-48B5-A2F0-56DB5459D1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37" y="-331687"/>
              <a:ext cx="11703352" cy="3657298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5B2CD324-9D8C-4798-A69E-AD85CE2EA0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871584" flipH="1">
              <a:off x="-143308" y="3386396"/>
              <a:ext cx="8353986" cy="3657298"/>
            </a:xfrm>
            <a:prstGeom prst="rect">
              <a:avLst/>
            </a:prstGeom>
          </p:spPr>
        </p:pic>
      </p:grpSp>
      <p:sp>
        <p:nvSpPr>
          <p:cNvPr id="21" name="标题 1">
            <a:extLst>
              <a:ext uri="{FF2B5EF4-FFF2-40B4-BE49-F238E27FC236}">
                <a16:creationId xmlns:a16="http://schemas.microsoft.com/office/drawing/2014/main" id="{35EAB4B1-710F-4958-84EE-8C245A396D82}"/>
              </a:ext>
            </a:extLst>
          </p:cNvPr>
          <p:cNvSpPr txBox="1"/>
          <p:nvPr/>
        </p:nvSpPr>
        <p:spPr>
          <a:xfrm>
            <a:off x="1003198" y="506814"/>
            <a:ext cx="10136205" cy="887888"/>
          </a:xfrm>
          <a:prstGeom prst="rect">
            <a:avLst/>
          </a:prstGeom>
          <a:solidFill>
            <a:srgbClr val="F4EDE7">
              <a:alpha val="80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altLang="zh-CN" sz="54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 Bold (Основной текст)"/>
                <a:ea typeface="等线" panose="02010600030101010101" pitchFamily="2" charset="-122"/>
                <a:sym typeface="+mn-lt"/>
              </a:rPr>
              <a:t>Діаграма діяльності</a:t>
            </a:r>
            <a:endParaRPr lang="zh-CN" altLang="en-US" sz="5400" b="1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 UI Bold (Основной текст)"/>
              <a:ea typeface="等线" panose="02010600030101010101" pitchFamily="2" charset="-122"/>
              <a:sym typeface="+mn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C092BDA-8380-4339-9751-7116E62FEE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687231" y="1639110"/>
            <a:ext cx="6817538" cy="4956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6787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FAF127DE-B82A-4AB3-B1E4-82C5D59BCBD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33250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grpSp>
        <p:nvGrpSpPr>
          <p:cNvPr id="39" name="组合 38">
            <a:extLst>
              <a:ext uri="{FF2B5EF4-FFF2-40B4-BE49-F238E27FC236}">
                <a16:creationId xmlns:a16="http://schemas.microsoft.com/office/drawing/2014/main" id="{8F161B01-8B5A-44BF-9529-97BDAA85876D}"/>
              </a:ext>
            </a:extLst>
          </p:cNvPr>
          <p:cNvGrpSpPr/>
          <p:nvPr/>
        </p:nvGrpSpPr>
        <p:grpSpPr>
          <a:xfrm>
            <a:off x="0" y="262406"/>
            <a:ext cx="11972997" cy="7375381"/>
            <a:chOff x="-143308" y="-331687"/>
            <a:chExt cx="11972997" cy="7375381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D41A4C25-65D0-48B5-A2F0-56DB5459D1D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37" y="-331687"/>
              <a:ext cx="11703352" cy="3657298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5B2CD324-9D8C-4798-A69E-AD85CE2EA0F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871584" flipH="1">
              <a:off x="-143308" y="3386396"/>
              <a:ext cx="8353986" cy="3657298"/>
            </a:xfrm>
            <a:prstGeom prst="rect">
              <a:avLst/>
            </a:prstGeom>
          </p:spPr>
        </p:pic>
      </p:grpSp>
      <p:sp>
        <p:nvSpPr>
          <p:cNvPr id="21" name="标题 1">
            <a:extLst>
              <a:ext uri="{FF2B5EF4-FFF2-40B4-BE49-F238E27FC236}">
                <a16:creationId xmlns:a16="http://schemas.microsoft.com/office/drawing/2014/main" id="{35EAB4B1-710F-4958-84EE-8C245A396D82}"/>
              </a:ext>
            </a:extLst>
          </p:cNvPr>
          <p:cNvSpPr txBox="1"/>
          <p:nvPr/>
        </p:nvSpPr>
        <p:spPr>
          <a:xfrm>
            <a:off x="1003198" y="506814"/>
            <a:ext cx="10136205" cy="887888"/>
          </a:xfrm>
          <a:prstGeom prst="rect">
            <a:avLst/>
          </a:prstGeom>
          <a:solidFill>
            <a:srgbClr val="F4EDE7">
              <a:alpha val="80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altLang="zh-CN" sz="54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 Bold (Основной текст)"/>
                <a:ea typeface="等线" panose="02010600030101010101" pitchFamily="2" charset="-122"/>
                <a:sym typeface="+mn-lt"/>
              </a:rPr>
              <a:t>Діаграма діяльності</a:t>
            </a:r>
            <a:endParaRPr lang="zh-CN" altLang="en-US" sz="5400" b="1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 UI Bold (Основной текст)"/>
              <a:ea typeface="等线" panose="02010600030101010101" pitchFamily="2" charset="-122"/>
              <a:sym typeface="+mn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5C092BDA-8380-4339-9751-7116E62FEE3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04984" y="1546573"/>
            <a:ext cx="8132631" cy="4804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13541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7BFB1A57-322B-480C-BBA0-983D6959EB52}"/>
              </a:ext>
            </a:extLst>
          </p:cNvPr>
          <p:cNvSpPr/>
          <p:nvPr/>
        </p:nvSpPr>
        <p:spPr>
          <a:xfrm>
            <a:off x="-1020147" y="950758"/>
            <a:ext cx="7182464" cy="7213571"/>
          </a:xfrm>
          <a:prstGeom prst="rect">
            <a:avLst/>
          </a:pr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40" name="图片 39">
            <a:extLst>
              <a:ext uri="{FF2B5EF4-FFF2-40B4-BE49-F238E27FC236}">
                <a16:creationId xmlns:a16="http://schemas.microsoft.com/office/drawing/2014/main" id="{5854999C-9CA0-4514-8F7A-E681AC5A206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867532" y="3405059"/>
            <a:ext cx="7226710" cy="3392129"/>
          </a:xfrm>
          <a:prstGeom prst="rect">
            <a:avLst/>
          </a:prstGeom>
        </p:spPr>
      </p:pic>
      <p:sp>
        <p:nvSpPr>
          <p:cNvPr id="28" name="标题 1">
            <a:extLst>
              <a:ext uri="{FF2B5EF4-FFF2-40B4-BE49-F238E27FC236}">
                <a16:creationId xmlns:a16="http://schemas.microsoft.com/office/drawing/2014/main" id="{BAF01FF9-41D5-4DDC-96D1-6D178329B992}"/>
              </a:ext>
            </a:extLst>
          </p:cNvPr>
          <p:cNvSpPr txBox="1"/>
          <p:nvPr/>
        </p:nvSpPr>
        <p:spPr>
          <a:xfrm>
            <a:off x="1003198" y="506814"/>
            <a:ext cx="10136205" cy="887888"/>
          </a:xfrm>
          <a:prstGeom prst="rect">
            <a:avLst/>
          </a:prstGeom>
          <a:solidFill>
            <a:srgbClr val="F4EDE7">
              <a:alpha val="80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altLang="zh-CN" sz="54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 Bold (Основной текст)"/>
                <a:ea typeface="等线" panose="02010600030101010101" pitchFamily="2" charset="-122"/>
                <a:sym typeface="+mn-lt"/>
              </a:rPr>
              <a:t>Діаграма компонентів</a:t>
            </a:r>
            <a:endParaRPr lang="zh-CN" altLang="en-US" sz="5400" b="1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 UI Bold (Основной текст)"/>
              <a:ea typeface="等线" panose="02010600030101010101" pitchFamily="2" charset="-122"/>
              <a:sym typeface="+mn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109D152B-1B73-46F6-8D25-221829B1BC9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677916" y="1520542"/>
            <a:ext cx="8968802" cy="49984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668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2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67C86031-83D2-4E1D-8C98-282CA28A0462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33250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96071585-6151-4A50-AD5E-8EB7B82CD38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53" t="15043" r="977" b="33811"/>
          <a:stretch/>
        </p:blipFill>
        <p:spPr>
          <a:xfrm>
            <a:off x="9436575" y="924644"/>
            <a:ext cx="2793076" cy="3674225"/>
          </a:xfrm>
          <a:custGeom>
            <a:avLst/>
            <a:gdLst>
              <a:gd name="connsiteX0" fmla="*/ 0 w 2793076"/>
              <a:gd name="connsiteY0" fmla="*/ 0 h 3674225"/>
              <a:gd name="connsiteX1" fmla="*/ 2793076 w 2793076"/>
              <a:gd name="connsiteY1" fmla="*/ 0 h 3674225"/>
              <a:gd name="connsiteX2" fmla="*/ 2793076 w 2793076"/>
              <a:gd name="connsiteY2" fmla="*/ 3674225 h 3674225"/>
              <a:gd name="connsiteX3" fmla="*/ 0 w 2793076"/>
              <a:gd name="connsiteY3" fmla="*/ 3674225 h 3674225"/>
              <a:gd name="connsiteX4" fmla="*/ 0 w 2793076"/>
              <a:gd name="connsiteY4" fmla="*/ 0 h 3674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93076" h="3674225">
                <a:moveTo>
                  <a:pt x="0" y="0"/>
                </a:moveTo>
                <a:lnTo>
                  <a:pt x="2793076" y="0"/>
                </a:lnTo>
                <a:lnTo>
                  <a:pt x="2793076" y="3674225"/>
                </a:lnTo>
                <a:lnTo>
                  <a:pt x="0" y="3674225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1BBD0003-FBB7-44B1-8892-CA2E70E599E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477" t="1935" r="46160" b="57634"/>
          <a:stretch>
            <a:fillRect/>
          </a:stretch>
        </p:blipFill>
        <p:spPr>
          <a:xfrm flipH="1">
            <a:off x="-1661502" y="1394702"/>
            <a:ext cx="3510115" cy="5365054"/>
          </a:xfrm>
          <a:custGeom>
            <a:avLst/>
            <a:gdLst>
              <a:gd name="connsiteX0" fmla="*/ 0 w 1814051"/>
              <a:gd name="connsiteY0" fmla="*/ 0 h 2772696"/>
              <a:gd name="connsiteX1" fmla="*/ 1814051 w 1814051"/>
              <a:gd name="connsiteY1" fmla="*/ 0 h 2772696"/>
              <a:gd name="connsiteX2" fmla="*/ 1814051 w 1814051"/>
              <a:gd name="connsiteY2" fmla="*/ 2772696 h 2772696"/>
              <a:gd name="connsiteX3" fmla="*/ 0 w 1814051"/>
              <a:gd name="connsiteY3" fmla="*/ 2772696 h 2772696"/>
              <a:gd name="connsiteX4" fmla="*/ 0 w 1814051"/>
              <a:gd name="connsiteY4" fmla="*/ 0 h 27726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14051" h="2772696">
                <a:moveTo>
                  <a:pt x="0" y="0"/>
                </a:moveTo>
                <a:lnTo>
                  <a:pt x="1814051" y="0"/>
                </a:lnTo>
                <a:lnTo>
                  <a:pt x="1814051" y="2772696"/>
                </a:lnTo>
                <a:lnTo>
                  <a:pt x="0" y="2772696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16" name="组合 15">
            <a:extLst>
              <a:ext uri="{FF2B5EF4-FFF2-40B4-BE49-F238E27FC236}">
                <a16:creationId xmlns:a16="http://schemas.microsoft.com/office/drawing/2014/main" id="{CE1E659D-B20D-40B9-83A3-9FB3F557A5E1}"/>
              </a:ext>
            </a:extLst>
          </p:cNvPr>
          <p:cNvGrpSpPr/>
          <p:nvPr/>
        </p:nvGrpSpPr>
        <p:grpSpPr>
          <a:xfrm>
            <a:off x="0" y="-3907235"/>
            <a:ext cx="11703352" cy="8006456"/>
            <a:chOff x="126337" y="-331687"/>
            <a:chExt cx="11703352" cy="8006456"/>
          </a:xfrm>
        </p:grpSpPr>
        <p:pic>
          <p:nvPicPr>
            <p:cNvPr id="17" name="图片 16">
              <a:extLst>
                <a:ext uri="{FF2B5EF4-FFF2-40B4-BE49-F238E27FC236}">
                  <a16:creationId xmlns:a16="http://schemas.microsoft.com/office/drawing/2014/main" id="{DB7AD2FE-F7E9-4701-88E3-EF496D7EA5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37" y="-331687"/>
              <a:ext cx="11703352" cy="3657298"/>
            </a:xfrm>
            <a:prstGeom prst="rect">
              <a:avLst/>
            </a:prstGeom>
          </p:spPr>
        </p:pic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8AB93517-F7E4-48F6-AC44-F4EA485D4C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871584" flipH="1">
              <a:off x="2443352" y="4017471"/>
              <a:ext cx="8353986" cy="3657298"/>
            </a:xfrm>
            <a:prstGeom prst="rect">
              <a:avLst/>
            </a:prstGeom>
          </p:spPr>
        </p:pic>
      </p:grpSp>
      <p:sp>
        <p:nvSpPr>
          <p:cNvPr id="14" name="标题 1">
            <a:extLst>
              <a:ext uri="{FF2B5EF4-FFF2-40B4-BE49-F238E27FC236}">
                <a16:creationId xmlns:a16="http://schemas.microsoft.com/office/drawing/2014/main" id="{59FD1B3B-0AF7-4E19-B6F3-3E103EEFC272}"/>
              </a:ext>
            </a:extLst>
          </p:cNvPr>
          <p:cNvSpPr txBox="1"/>
          <p:nvPr/>
        </p:nvSpPr>
        <p:spPr>
          <a:xfrm>
            <a:off x="1003198" y="506814"/>
            <a:ext cx="10136205" cy="887888"/>
          </a:xfrm>
          <a:prstGeom prst="rect">
            <a:avLst/>
          </a:prstGeom>
          <a:solidFill>
            <a:srgbClr val="F4EDE7">
              <a:alpha val="80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altLang="zh-CN" sz="54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 Bold (Основной текст)"/>
                <a:ea typeface="等线" panose="02010600030101010101" pitchFamily="2" charset="-122"/>
                <a:sym typeface="+mn-lt"/>
              </a:rPr>
              <a:t>Діаграма розгортання</a:t>
            </a:r>
            <a:endParaRPr lang="zh-CN" altLang="en-US" sz="5400" b="1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 UI Bold (Основной текст)"/>
              <a:ea typeface="等线" panose="02010600030101010101" pitchFamily="2" charset="-122"/>
              <a:sym typeface="+mn-lt"/>
            </a:endParaRP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58A57D7-F6AA-46DB-A59F-5F16B013A1C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4995" y="2241752"/>
            <a:ext cx="9744408" cy="3603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8778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7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49CB8B54-15ED-49A7-BB07-A854C3F175EE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33250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91F710E-8E22-4040-98BF-CFD737EE632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490" t="32688" r="56421" b="36344"/>
          <a:stretch>
            <a:fillRect/>
          </a:stretch>
        </p:blipFill>
        <p:spPr>
          <a:xfrm>
            <a:off x="-442451" y="2304864"/>
            <a:ext cx="4277032" cy="4774362"/>
          </a:xfrm>
          <a:custGeom>
            <a:avLst/>
            <a:gdLst>
              <a:gd name="connsiteX0" fmla="*/ 0 w 1902542"/>
              <a:gd name="connsiteY0" fmla="*/ 0 h 2123768"/>
              <a:gd name="connsiteX1" fmla="*/ 1902542 w 1902542"/>
              <a:gd name="connsiteY1" fmla="*/ 0 h 2123768"/>
              <a:gd name="connsiteX2" fmla="*/ 1902542 w 1902542"/>
              <a:gd name="connsiteY2" fmla="*/ 2123768 h 2123768"/>
              <a:gd name="connsiteX3" fmla="*/ 0 w 1902542"/>
              <a:gd name="connsiteY3" fmla="*/ 2123768 h 2123768"/>
              <a:gd name="connsiteX4" fmla="*/ 0 w 1902542"/>
              <a:gd name="connsiteY4" fmla="*/ 0 h 2123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902542" h="2123768">
                <a:moveTo>
                  <a:pt x="0" y="0"/>
                </a:moveTo>
                <a:lnTo>
                  <a:pt x="1902542" y="0"/>
                </a:lnTo>
                <a:lnTo>
                  <a:pt x="1902542" y="2123768"/>
                </a:lnTo>
                <a:lnTo>
                  <a:pt x="0" y="2123768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39" name="组合 38">
            <a:extLst>
              <a:ext uri="{FF2B5EF4-FFF2-40B4-BE49-F238E27FC236}">
                <a16:creationId xmlns:a16="http://schemas.microsoft.com/office/drawing/2014/main" id="{41A8B238-A412-4337-85BE-5091AF1E45DA}"/>
              </a:ext>
            </a:extLst>
          </p:cNvPr>
          <p:cNvGrpSpPr/>
          <p:nvPr/>
        </p:nvGrpSpPr>
        <p:grpSpPr>
          <a:xfrm>
            <a:off x="2941765" y="442235"/>
            <a:ext cx="11703352" cy="6636991"/>
            <a:chOff x="-2422715" y="10960"/>
            <a:chExt cx="11703352" cy="6636991"/>
          </a:xfrm>
        </p:grpSpPr>
        <p:pic>
          <p:nvPicPr>
            <p:cNvPr id="40" name="图片 39">
              <a:extLst>
                <a:ext uri="{FF2B5EF4-FFF2-40B4-BE49-F238E27FC236}">
                  <a16:creationId xmlns:a16="http://schemas.microsoft.com/office/drawing/2014/main" id="{203E92BC-5EE3-4DFA-A794-F9B927FA6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2422715" y="10960"/>
              <a:ext cx="11703352" cy="3657298"/>
            </a:xfrm>
            <a:prstGeom prst="rect">
              <a:avLst/>
            </a:prstGeom>
          </p:spPr>
        </p:pic>
        <p:pic>
          <p:nvPicPr>
            <p:cNvPr id="41" name="图片 40">
              <a:extLst>
                <a:ext uri="{FF2B5EF4-FFF2-40B4-BE49-F238E27FC236}">
                  <a16:creationId xmlns:a16="http://schemas.microsoft.com/office/drawing/2014/main" id="{83206175-0FB9-46B0-ADD2-D62AB2705B8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871584" flipH="1">
              <a:off x="-1825041" y="2990653"/>
              <a:ext cx="8353986" cy="3657298"/>
            </a:xfrm>
            <a:prstGeom prst="rect">
              <a:avLst/>
            </a:prstGeom>
          </p:spPr>
        </p:pic>
      </p:grpSp>
      <p:sp>
        <p:nvSpPr>
          <p:cNvPr id="23" name="标题 1">
            <a:extLst>
              <a:ext uri="{FF2B5EF4-FFF2-40B4-BE49-F238E27FC236}">
                <a16:creationId xmlns:a16="http://schemas.microsoft.com/office/drawing/2014/main" id="{31520507-DF15-4BFC-84FA-BDE6891F86DE}"/>
              </a:ext>
            </a:extLst>
          </p:cNvPr>
          <p:cNvSpPr txBox="1"/>
          <p:nvPr/>
        </p:nvSpPr>
        <p:spPr>
          <a:xfrm>
            <a:off x="1003198" y="506814"/>
            <a:ext cx="10136205" cy="887888"/>
          </a:xfrm>
          <a:prstGeom prst="rect">
            <a:avLst/>
          </a:prstGeom>
          <a:solidFill>
            <a:srgbClr val="F4EDE7">
              <a:alpha val="80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altLang="zh-CN" sz="54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 Bold (Основной текст)"/>
                <a:ea typeface="等线" panose="02010600030101010101" pitchFamily="2" charset="-122"/>
                <a:sym typeface="+mn-lt"/>
              </a:rPr>
              <a:t>Схема бази даних</a:t>
            </a:r>
            <a:endParaRPr lang="zh-CN" altLang="en-US" sz="5400" b="1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 UI Bold (Основной текст)"/>
              <a:ea typeface="等线" panose="02010600030101010101" pitchFamily="2" charset="-122"/>
              <a:sym typeface="+mn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2F73F837-37D4-44DF-B3FA-5D32A60A972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859733" y="1662883"/>
            <a:ext cx="8472532" cy="4873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875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133C557-AC60-40D1-A9EA-5C4C32C9321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33250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6E2C2F4-8977-422E-9419-E392C6F705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44" t="36559" r="2047" b="38065"/>
          <a:stretch>
            <a:fillRect/>
          </a:stretch>
        </p:blipFill>
        <p:spPr>
          <a:xfrm>
            <a:off x="6751484" y="1927314"/>
            <a:ext cx="4906929" cy="3759854"/>
          </a:xfrm>
          <a:custGeom>
            <a:avLst/>
            <a:gdLst>
              <a:gd name="connsiteX0" fmla="*/ 0 w 2271251"/>
              <a:gd name="connsiteY0" fmla="*/ 0 h 1740309"/>
              <a:gd name="connsiteX1" fmla="*/ 2271251 w 2271251"/>
              <a:gd name="connsiteY1" fmla="*/ 0 h 1740309"/>
              <a:gd name="connsiteX2" fmla="*/ 2271251 w 2271251"/>
              <a:gd name="connsiteY2" fmla="*/ 1740309 h 1740309"/>
              <a:gd name="connsiteX3" fmla="*/ 0 w 2271251"/>
              <a:gd name="connsiteY3" fmla="*/ 1740309 h 1740309"/>
              <a:gd name="connsiteX4" fmla="*/ 0 w 2271251"/>
              <a:gd name="connsiteY4" fmla="*/ 0 h 1740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71251" h="1740309">
                <a:moveTo>
                  <a:pt x="0" y="0"/>
                </a:moveTo>
                <a:lnTo>
                  <a:pt x="2271251" y="0"/>
                </a:lnTo>
                <a:lnTo>
                  <a:pt x="2271251" y="1740309"/>
                </a:lnTo>
                <a:lnTo>
                  <a:pt x="0" y="1740309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20" name="组合 19">
            <a:extLst>
              <a:ext uri="{FF2B5EF4-FFF2-40B4-BE49-F238E27FC236}">
                <a16:creationId xmlns:a16="http://schemas.microsoft.com/office/drawing/2014/main" id="{5BEBE60D-981A-4CEF-878E-81140C1EAB18}"/>
              </a:ext>
            </a:extLst>
          </p:cNvPr>
          <p:cNvGrpSpPr/>
          <p:nvPr/>
        </p:nvGrpSpPr>
        <p:grpSpPr>
          <a:xfrm>
            <a:off x="-411159" y="3807241"/>
            <a:ext cx="11703352" cy="4113927"/>
            <a:chOff x="-356402" y="4466676"/>
            <a:chExt cx="11703352" cy="4113927"/>
          </a:xfrm>
        </p:grpSpPr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79517998-5042-4E4C-B39F-E4A783CF3D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56402" y="4466676"/>
              <a:ext cx="11703352" cy="3657298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4E7DA5CB-A3B2-4E46-B461-BFF179A9CE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871584" flipH="1">
              <a:off x="1180352" y="4923305"/>
              <a:ext cx="8353986" cy="3657298"/>
            </a:xfrm>
            <a:prstGeom prst="rect">
              <a:avLst/>
            </a:prstGeom>
          </p:spPr>
        </p:pic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F38C4D76-D884-4895-B8AC-D041C7D172D6}"/>
              </a:ext>
            </a:extLst>
          </p:cNvPr>
          <p:cNvSpPr txBox="1"/>
          <p:nvPr/>
        </p:nvSpPr>
        <p:spPr>
          <a:xfrm>
            <a:off x="1003198" y="506814"/>
            <a:ext cx="10136205" cy="887888"/>
          </a:xfrm>
          <a:prstGeom prst="rect">
            <a:avLst/>
          </a:prstGeom>
          <a:solidFill>
            <a:srgbClr val="F4EDE7">
              <a:alpha val="80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altLang="zh-CN" sz="54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 Bold (Основной текст)"/>
                <a:ea typeface="等线" panose="02010600030101010101" pitchFamily="2" charset="-122"/>
                <a:sym typeface="+mn-lt"/>
              </a:rPr>
              <a:t>Автентифікація  </a:t>
            </a:r>
            <a:endParaRPr lang="zh-CN" altLang="en-US" sz="5400" b="1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 UI Bold (Основной текст)"/>
              <a:ea typeface="等线" panose="02010600030101010101" pitchFamily="2" charset="-122"/>
              <a:sym typeface="+mn-lt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141A533-39CF-48B6-8304-4E836418806F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9" t="272" r="16918" b="-272"/>
          <a:stretch/>
        </p:blipFill>
        <p:spPr>
          <a:xfrm>
            <a:off x="1587667" y="1394702"/>
            <a:ext cx="7210031" cy="49434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1795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133C557-AC60-40D1-A9EA-5C4C32C9321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33250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6E2C2F4-8977-422E-9419-E392C6F7054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644" t="36559" r="2047" b="38065"/>
          <a:stretch>
            <a:fillRect/>
          </a:stretch>
        </p:blipFill>
        <p:spPr>
          <a:xfrm>
            <a:off x="6678185" y="1927314"/>
            <a:ext cx="4906929" cy="3759854"/>
          </a:xfrm>
          <a:custGeom>
            <a:avLst/>
            <a:gdLst>
              <a:gd name="connsiteX0" fmla="*/ 0 w 2271251"/>
              <a:gd name="connsiteY0" fmla="*/ 0 h 1740309"/>
              <a:gd name="connsiteX1" fmla="*/ 2271251 w 2271251"/>
              <a:gd name="connsiteY1" fmla="*/ 0 h 1740309"/>
              <a:gd name="connsiteX2" fmla="*/ 2271251 w 2271251"/>
              <a:gd name="connsiteY2" fmla="*/ 1740309 h 1740309"/>
              <a:gd name="connsiteX3" fmla="*/ 0 w 2271251"/>
              <a:gd name="connsiteY3" fmla="*/ 1740309 h 1740309"/>
              <a:gd name="connsiteX4" fmla="*/ 0 w 2271251"/>
              <a:gd name="connsiteY4" fmla="*/ 0 h 17403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271251" h="1740309">
                <a:moveTo>
                  <a:pt x="0" y="0"/>
                </a:moveTo>
                <a:lnTo>
                  <a:pt x="2271251" y="0"/>
                </a:lnTo>
                <a:lnTo>
                  <a:pt x="2271251" y="1740309"/>
                </a:lnTo>
                <a:lnTo>
                  <a:pt x="0" y="1740309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20" name="组合 19">
            <a:extLst>
              <a:ext uri="{FF2B5EF4-FFF2-40B4-BE49-F238E27FC236}">
                <a16:creationId xmlns:a16="http://schemas.microsoft.com/office/drawing/2014/main" id="{5BEBE60D-981A-4CEF-878E-81140C1EAB18}"/>
              </a:ext>
            </a:extLst>
          </p:cNvPr>
          <p:cNvGrpSpPr/>
          <p:nvPr/>
        </p:nvGrpSpPr>
        <p:grpSpPr>
          <a:xfrm>
            <a:off x="-411159" y="3807241"/>
            <a:ext cx="11703352" cy="4113927"/>
            <a:chOff x="-356402" y="4466676"/>
            <a:chExt cx="11703352" cy="4113927"/>
          </a:xfrm>
        </p:grpSpPr>
        <p:pic>
          <p:nvPicPr>
            <p:cNvPr id="21" name="图片 20">
              <a:extLst>
                <a:ext uri="{FF2B5EF4-FFF2-40B4-BE49-F238E27FC236}">
                  <a16:creationId xmlns:a16="http://schemas.microsoft.com/office/drawing/2014/main" id="{79517998-5042-4E4C-B39F-E4A783CF3DD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56402" y="4466676"/>
              <a:ext cx="11703352" cy="3657298"/>
            </a:xfrm>
            <a:prstGeom prst="rect">
              <a:avLst/>
            </a:prstGeom>
          </p:spPr>
        </p:pic>
        <p:pic>
          <p:nvPicPr>
            <p:cNvPr id="22" name="图片 21">
              <a:extLst>
                <a:ext uri="{FF2B5EF4-FFF2-40B4-BE49-F238E27FC236}">
                  <a16:creationId xmlns:a16="http://schemas.microsoft.com/office/drawing/2014/main" id="{4E7DA5CB-A3B2-4E46-B461-BFF179A9CE74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871584" flipH="1">
              <a:off x="1180352" y="4923305"/>
              <a:ext cx="8353986" cy="3657298"/>
            </a:xfrm>
            <a:prstGeom prst="rect">
              <a:avLst/>
            </a:prstGeom>
          </p:spPr>
        </p:pic>
      </p:grpSp>
      <p:sp>
        <p:nvSpPr>
          <p:cNvPr id="18" name="标题 1">
            <a:extLst>
              <a:ext uri="{FF2B5EF4-FFF2-40B4-BE49-F238E27FC236}">
                <a16:creationId xmlns:a16="http://schemas.microsoft.com/office/drawing/2014/main" id="{F38C4D76-D884-4895-B8AC-D041C7D172D6}"/>
              </a:ext>
            </a:extLst>
          </p:cNvPr>
          <p:cNvSpPr txBox="1"/>
          <p:nvPr/>
        </p:nvSpPr>
        <p:spPr>
          <a:xfrm>
            <a:off x="1003198" y="506814"/>
            <a:ext cx="10136205" cy="887888"/>
          </a:xfrm>
          <a:prstGeom prst="rect">
            <a:avLst/>
          </a:prstGeom>
          <a:solidFill>
            <a:srgbClr val="F4EDE7">
              <a:alpha val="80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altLang="zh-CN" sz="54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 Bold (Основной текст)"/>
                <a:ea typeface="等线" panose="02010600030101010101" pitchFamily="2" charset="-122"/>
                <a:sym typeface="+mn-lt"/>
              </a:rPr>
              <a:t>Автентифікація  </a:t>
            </a:r>
            <a:endParaRPr lang="zh-CN" altLang="en-US" sz="5400" b="1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 UI Bold (Основной текст)"/>
              <a:ea typeface="等线" panose="02010600030101010101" pitchFamily="2" charset="-122"/>
              <a:sym typeface="+mn-lt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25789271-0C40-493E-AC02-D3712541E08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5611" y="1587186"/>
            <a:ext cx="4695689" cy="217393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A4D2F83-05ED-47B0-9518-30F7F380FAC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0076" y="3856161"/>
            <a:ext cx="5277234" cy="2363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1314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:a16="http://schemas.microsoft.com/office/drawing/2014/main" id="{AC12994C-080B-463D-BC5B-C206A9D391B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088" t="463" r="1107" b="73154"/>
          <a:stretch/>
        </p:blipFill>
        <p:spPr>
          <a:xfrm>
            <a:off x="5192683" y="-33250"/>
            <a:ext cx="6999317" cy="1895302"/>
          </a:xfrm>
          <a:custGeom>
            <a:avLst/>
            <a:gdLst>
              <a:gd name="connsiteX0" fmla="*/ 0 w 6999317"/>
              <a:gd name="connsiteY0" fmla="*/ 0 h 1895302"/>
              <a:gd name="connsiteX1" fmla="*/ 6999317 w 6999317"/>
              <a:gd name="connsiteY1" fmla="*/ 0 h 1895302"/>
              <a:gd name="connsiteX2" fmla="*/ 6999317 w 6999317"/>
              <a:gd name="connsiteY2" fmla="*/ 1047404 h 1895302"/>
              <a:gd name="connsiteX3" fmla="*/ 4222866 w 6999317"/>
              <a:gd name="connsiteY3" fmla="*/ 1047404 h 1895302"/>
              <a:gd name="connsiteX4" fmla="*/ 4222866 w 6999317"/>
              <a:gd name="connsiteY4" fmla="*/ 1895302 h 1895302"/>
              <a:gd name="connsiteX5" fmla="*/ 0 w 6999317"/>
              <a:gd name="connsiteY5" fmla="*/ 1895302 h 1895302"/>
              <a:gd name="connsiteX6" fmla="*/ 0 w 6999317"/>
              <a:gd name="connsiteY6" fmla="*/ 0 h 18953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999317" h="1895302">
                <a:moveTo>
                  <a:pt x="0" y="0"/>
                </a:moveTo>
                <a:lnTo>
                  <a:pt x="6999317" y="0"/>
                </a:lnTo>
                <a:lnTo>
                  <a:pt x="6999317" y="1047404"/>
                </a:lnTo>
                <a:lnTo>
                  <a:pt x="4222866" y="1047404"/>
                </a:lnTo>
                <a:lnTo>
                  <a:pt x="4222866" y="1895302"/>
                </a:lnTo>
                <a:lnTo>
                  <a:pt x="0" y="1895302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D539C3DC-1521-44CC-BBEC-41113E0AA9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629920" y="761988"/>
            <a:ext cx="6096012" cy="6096012"/>
          </a:xfrm>
          <a:prstGeom prst="rect">
            <a:avLst/>
          </a:prstGeom>
        </p:spPr>
      </p:pic>
      <p:grpSp>
        <p:nvGrpSpPr>
          <p:cNvPr id="17" name="组合 16">
            <a:extLst>
              <a:ext uri="{FF2B5EF4-FFF2-40B4-BE49-F238E27FC236}">
                <a16:creationId xmlns:a16="http://schemas.microsoft.com/office/drawing/2014/main" id="{BC072A09-17FA-491E-AFEA-97DD0EA0ACC1}"/>
              </a:ext>
            </a:extLst>
          </p:cNvPr>
          <p:cNvGrpSpPr/>
          <p:nvPr/>
        </p:nvGrpSpPr>
        <p:grpSpPr>
          <a:xfrm>
            <a:off x="-156413" y="-965808"/>
            <a:ext cx="11703352" cy="7950236"/>
            <a:chOff x="126337" y="-331687"/>
            <a:chExt cx="11703352" cy="7950236"/>
          </a:xfrm>
        </p:grpSpPr>
        <p:pic>
          <p:nvPicPr>
            <p:cNvPr id="18" name="图片 17">
              <a:extLst>
                <a:ext uri="{FF2B5EF4-FFF2-40B4-BE49-F238E27FC236}">
                  <a16:creationId xmlns:a16="http://schemas.microsoft.com/office/drawing/2014/main" id="{2F5ECC36-87FE-4C96-9480-68BDE21C3D9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37" y="-331687"/>
              <a:ext cx="11703352" cy="3657298"/>
            </a:xfrm>
            <a:prstGeom prst="rect">
              <a:avLst/>
            </a:prstGeom>
          </p:spPr>
        </p:pic>
        <p:pic>
          <p:nvPicPr>
            <p:cNvPr id="19" name="图片 18">
              <a:extLst>
                <a:ext uri="{FF2B5EF4-FFF2-40B4-BE49-F238E27FC236}">
                  <a16:creationId xmlns:a16="http://schemas.microsoft.com/office/drawing/2014/main" id="{0A875F74-05D3-49AB-A0E4-1C09D5C5E71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871584" flipH="1">
              <a:off x="1533899" y="3961251"/>
              <a:ext cx="8353986" cy="3657298"/>
            </a:xfrm>
            <a:prstGeom prst="rect">
              <a:avLst/>
            </a:prstGeom>
          </p:spPr>
        </p:pic>
      </p:grpSp>
      <p:sp>
        <p:nvSpPr>
          <p:cNvPr id="14" name="标题 1">
            <a:extLst>
              <a:ext uri="{FF2B5EF4-FFF2-40B4-BE49-F238E27FC236}">
                <a16:creationId xmlns:a16="http://schemas.microsoft.com/office/drawing/2014/main" id="{5AC8EFFC-73E6-4892-86E1-1E01991C4411}"/>
              </a:ext>
            </a:extLst>
          </p:cNvPr>
          <p:cNvSpPr txBox="1"/>
          <p:nvPr/>
        </p:nvSpPr>
        <p:spPr>
          <a:xfrm>
            <a:off x="1003198" y="506814"/>
            <a:ext cx="10136205" cy="887888"/>
          </a:xfrm>
          <a:prstGeom prst="rect">
            <a:avLst/>
          </a:prstGeom>
          <a:solidFill>
            <a:srgbClr val="F4EDE7">
              <a:alpha val="80000"/>
            </a:srgbClr>
          </a:solidFill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uk-UA" altLang="zh-CN" sz="5400" b="1" i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icrosoft JhengHei UI Bold (Основной текст)"/>
                <a:ea typeface="等线" panose="02010600030101010101" pitchFamily="2" charset="-122"/>
                <a:sym typeface="+mn-lt"/>
              </a:rPr>
              <a:t>Висновки</a:t>
            </a:r>
            <a:endParaRPr lang="zh-CN" altLang="en-US" sz="5400" b="1" i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Microsoft JhengHei UI Bold (Основной текст)"/>
              <a:ea typeface="等线" panose="02010600030101010101" pitchFamily="2" charset="-122"/>
              <a:sym typeface="+mn-lt"/>
            </a:endParaRPr>
          </a:p>
        </p:txBody>
      </p:sp>
      <p:sp>
        <p:nvSpPr>
          <p:cNvPr id="16" name="文本框 37">
            <a:extLst>
              <a:ext uri="{FF2B5EF4-FFF2-40B4-BE49-F238E27FC236}">
                <a16:creationId xmlns:a16="http://schemas.microsoft.com/office/drawing/2014/main" id="{95C73232-8BCD-4794-93AD-155C2BB5D4B4}"/>
              </a:ext>
            </a:extLst>
          </p:cNvPr>
          <p:cNvSpPr txBox="1"/>
          <p:nvPr/>
        </p:nvSpPr>
        <p:spPr>
          <a:xfrm>
            <a:off x="5994703" y="2312476"/>
            <a:ext cx="5605329" cy="7848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Було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повністю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спроєктовано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та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реалізовано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вебзастосунок</a:t>
            </a:r>
            <a:endParaRPr lang="ru-RU" altLang="zh-CN" sz="2500" b="1" dirty="0">
              <a:solidFill>
                <a:schemeClr val="tx1">
                  <a:lumMod val="95000"/>
                  <a:lumOff val="5000"/>
                </a:schemeClr>
              </a:solidFill>
              <a:latin typeface="Gabriola" panose="04040605051002020D02" pitchFamily="82" charset="0"/>
              <a:ea typeface="等线" panose="02010600030101010101" pitchFamily="2" charset="-122"/>
              <a:cs typeface="+mj-cs"/>
              <a:sym typeface="+mn-lt"/>
            </a:endParaRPr>
          </a:p>
        </p:txBody>
      </p:sp>
      <p:sp>
        <p:nvSpPr>
          <p:cNvPr id="10" name="文本框 37">
            <a:extLst>
              <a:ext uri="{FF2B5EF4-FFF2-40B4-BE49-F238E27FC236}">
                <a16:creationId xmlns:a16="http://schemas.microsoft.com/office/drawing/2014/main" id="{A4A6C0CD-EC10-49D8-B3E7-DECEFFAA0378}"/>
              </a:ext>
            </a:extLst>
          </p:cNvPr>
          <p:cNvSpPr txBox="1"/>
          <p:nvPr/>
        </p:nvSpPr>
        <p:spPr>
          <a:xfrm>
            <a:off x="6029460" y="3342462"/>
            <a:ext cx="5605329" cy="7848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Вебзастосунок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повністю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відповідає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поставленим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вимогам</a:t>
            </a:r>
            <a:endParaRPr lang="ru-RU" altLang="zh-CN" sz="2500" b="1" dirty="0">
              <a:solidFill>
                <a:schemeClr val="tx1">
                  <a:lumMod val="95000"/>
                  <a:lumOff val="5000"/>
                </a:schemeClr>
              </a:solidFill>
              <a:latin typeface="Gabriola" panose="04040605051002020D02" pitchFamily="82" charset="0"/>
              <a:ea typeface="等线" panose="02010600030101010101" pitchFamily="2" charset="-122"/>
              <a:cs typeface="+mj-cs"/>
              <a:sym typeface="+mn-lt"/>
            </a:endParaRPr>
          </a:p>
        </p:txBody>
      </p:sp>
      <p:sp>
        <p:nvSpPr>
          <p:cNvPr id="12" name="文本框 37">
            <a:extLst>
              <a:ext uri="{FF2B5EF4-FFF2-40B4-BE49-F238E27FC236}">
                <a16:creationId xmlns:a16="http://schemas.microsoft.com/office/drawing/2014/main" id="{70366E23-4B1D-47D5-974E-F8D6E768FD1D}"/>
              </a:ext>
            </a:extLst>
          </p:cNvPr>
          <p:cNvSpPr txBox="1"/>
          <p:nvPr/>
        </p:nvSpPr>
        <p:spPr>
          <a:xfrm>
            <a:off x="6040356" y="4372448"/>
            <a:ext cx="5605329" cy="78483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</a:pP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Вдосконалено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практичні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навички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проєктування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та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розроблення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сучасних</a:t>
            </a:r>
            <a:r>
              <a:rPr lang="ru-RU" altLang="zh-CN" sz="25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 </a:t>
            </a:r>
            <a:r>
              <a:rPr lang="ru-RU" altLang="zh-CN" sz="2500" b="1" dirty="0" err="1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cs typeface="+mj-cs"/>
                <a:sym typeface="+mn-lt"/>
              </a:rPr>
              <a:t>вебзастосунків</a:t>
            </a:r>
            <a:endParaRPr lang="ru-RU" altLang="zh-CN" sz="2500" b="1" dirty="0">
              <a:solidFill>
                <a:schemeClr val="tx1">
                  <a:lumMod val="95000"/>
                  <a:lumOff val="5000"/>
                </a:schemeClr>
              </a:solidFill>
              <a:latin typeface="Gabriola" panose="04040605051002020D02" pitchFamily="82" charset="0"/>
              <a:ea typeface="等线" panose="02010600030101010101" pitchFamily="2" charset="-122"/>
              <a:cs typeface="+mj-cs"/>
              <a:sym typeface="+mn-lt"/>
            </a:endParaRPr>
          </a:p>
        </p:txBody>
      </p:sp>
      <p:grpSp>
        <p:nvGrpSpPr>
          <p:cNvPr id="2" name="Группа 1">
            <a:extLst>
              <a:ext uri="{FF2B5EF4-FFF2-40B4-BE49-F238E27FC236}">
                <a16:creationId xmlns:a16="http://schemas.microsoft.com/office/drawing/2014/main" id="{E965A2F4-BF4B-4CD6-88F4-372F5A640848}"/>
              </a:ext>
            </a:extLst>
          </p:cNvPr>
          <p:cNvGrpSpPr/>
          <p:nvPr/>
        </p:nvGrpSpPr>
        <p:grpSpPr>
          <a:xfrm>
            <a:off x="5187993" y="2300980"/>
            <a:ext cx="805878" cy="834575"/>
            <a:chOff x="5187993" y="2300980"/>
            <a:chExt cx="805878" cy="834575"/>
          </a:xfrm>
        </p:grpSpPr>
        <p:pic>
          <p:nvPicPr>
            <p:cNvPr id="13" name="图片 14">
              <a:extLst>
                <a:ext uri="{FF2B5EF4-FFF2-40B4-BE49-F238E27FC236}">
                  <a16:creationId xmlns:a16="http://schemas.microsoft.com/office/drawing/2014/main" id="{BA490733-A74C-4CC7-8E71-7126BBF971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92" t="35338" r="49333" b="31758"/>
            <a:stretch/>
          </p:blipFill>
          <p:spPr>
            <a:xfrm>
              <a:off x="5187993" y="2300980"/>
              <a:ext cx="805878" cy="834575"/>
            </a:xfrm>
            <a:custGeom>
              <a:avLst/>
              <a:gdLst>
                <a:gd name="connsiteX0" fmla="*/ 648126 w 1344116"/>
                <a:gd name="connsiteY0" fmla="*/ 0 h 1391980"/>
                <a:gd name="connsiteX1" fmla="*/ 1344116 w 1344116"/>
                <a:gd name="connsiteY1" fmla="*/ 695990 h 1391980"/>
                <a:gd name="connsiteX2" fmla="*/ 648126 w 1344116"/>
                <a:gd name="connsiteY2" fmla="*/ 1391980 h 1391980"/>
                <a:gd name="connsiteX3" fmla="*/ 6830 w 1344116"/>
                <a:gd name="connsiteY3" fmla="*/ 966901 h 1391980"/>
                <a:gd name="connsiteX4" fmla="*/ 0 w 1344116"/>
                <a:gd name="connsiteY4" fmla="*/ 944896 h 1391980"/>
                <a:gd name="connsiteX5" fmla="*/ 272012 w 1344116"/>
                <a:gd name="connsiteY5" fmla="*/ 1036700 h 1391980"/>
                <a:gd name="connsiteX6" fmla="*/ 620974 w 1344116"/>
                <a:gd name="connsiteY6" fmla="*/ 2737 h 1391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4116" h="1391980">
                  <a:moveTo>
                    <a:pt x="648126" y="0"/>
                  </a:moveTo>
                  <a:cubicBezTo>
                    <a:pt x="1032511" y="0"/>
                    <a:pt x="1344116" y="311606"/>
                    <a:pt x="1344116" y="695990"/>
                  </a:cubicBezTo>
                  <a:cubicBezTo>
                    <a:pt x="1344116" y="1080375"/>
                    <a:pt x="1032511" y="1391980"/>
                    <a:pt x="648126" y="1391980"/>
                  </a:cubicBezTo>
                  <a:cubicBezTo>
                    <a:pt x="359838" y="1391980"/>
                    <a:pt x="112488" y="1216702"/>
                    <a:pt x="6830" y="966901"/>
                  </a:cubicBezTo>
                  <a:lnTo>
                    <a:pt x="0" y="944896"/>
                  </a:lnTo>
                  <a:lnTo>
                    <a:pt x="272012" y="1036700"/>
                  </a:lnTo>
                  <a:lnTo>
                    <a:pt x="620974" y="2737"/>
                  </a:lnTo>
                  <a:close/>
                </a:path>
              </a:pathLst>
            </a:custGeom>
          </p:spPr>
        </p:pic>
        <p:sp>
          <p:nvSpPr>
            <p:cNvPr id="21" name="文本框 37">
              <a:extLst>
                <a:ext uri="{FF2B5EF4-FFF2-40B4-BE49-F238E27FC236}">
                  <a16:creationId xmlns:a16="http://schemas.microsoft.com/office/drawing/2014/main" id="{E5202EFB-C4A6-4593-8E6F-98A3D2689829}"/>
                </a:ext>
              </a:extLst>
            </p:cNvPr>
            <p:cNvSpPr txBox="1"/>
            <p:nvPr/>
          </p:nvSpPr>
          <p:spPr>
            <a:xfrm>
              <a:off x="5417915" y="2339229"/>
              <a:ext cx="243053" cy="64633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r">
                <a:lnSpc>
                  <a:spcPct val="90000"/>
                </a:lnSpc>
                <a:spcBef>
                  <a:spcPct val="0"/>
                </a:spcBef>
              </a:pPr>
              <a:r>
                <a:rPr lang="ru-RU" altLang="zh-CN" sz="4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Gabriola" panose="04040605051002020D02" pitchFamily="82" charset="0"/>
                  <a:cs typeface="+mj-cs"/>
                  <a:sym typeface="+mn-lt"/>
                </a:rPr>
                <a:t>1</a:t>
              </a:r>
              <a:endParaRPr lang="ru-RU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endParaRPr>
            </a:p>
          </p:txBody>
        </p:sp>
      </p:grpSp>
      <p:grpSp>
        <p:nvGrpSpPr>
          <p:cNvPr id="3" name="Группа 2">
            <a:extLst>
              <a:ext uri="{FF2B5EF4-FFF2-40B4-BE49-F238E27FC236}">
                <a16:creationId xmlns:a16="http://schemas.microsoft.com/office/drawing/2014/main" id="{82E1D82F-671E-488D-A54B-548333347A37}"/>
              </a:ext>
            </a:extLst>
          </p:cNvPr>
          <p:cNvGrpSpPr/>
          <p:nvPr/>
        </p:nvGrpSpPr>
        <p:grpSpPr>
          <a:xfrm>
            <a:off x="5187993" y="3348771"/>
            <a:ext cx="805878" cy="834575"/>
            <a:chOff x="5187993" y="3348771"/>
            <a:chExt cx="805878" cy="834575"/>
          </a:xfrm>
        </p:grpSpPr>
        <p:pic>
          <p:nvPicPr>
            <p:cNvPr id="22" name="图片 14">
              <a:extLst>
                <a:ext uri="{FF2B5EF4-FFF2-40B4-BE49-F238E27FC236}">
                  <a16:creationId xmlns:a16="http://schemas.microsoft.com/office/drawing/2014/main" id="{95477D80-83B6-4B2C-B23D-5A0BFDC787B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92" t="35338" r="49333" b="31758"/>
            <a:stretch/>
          </p:blipFill>
          <p:spPr>
            <a:xfrm>
              <a:off x="5187993" y="3348771"/>
              <a:ext cx="805878" cy="834575"/>
            </a:xfrm>
            <a:custGeom>
              <a:avLst/>
              <a:gdLst>
                <a:gd name="connsiteX0" fmla="*/ 648126 w 1344116"/>
                <a:gd name="connsiteY0" fmla="*/ 0 h 1391980"/>
                <a:gd name="connsiteX1" fmla="*/ 1344116 w 1344116"/>
                <a:gd name="connsiteY1" fmla="*/ 695990 h 1391980"/>
                <a:gd name="connsiteX2" fmla="*/ 648126 w 1344116"/>
                <a:gd name="connsiteY2" fmla="*/ 1391980 h 1391980"/>
                <a:gd name="connsiteX3" fmla="*/ 6830 w 1344116"/>
                <a:gd name="connsiteY3" fmla="*/ 966901 h 1391980"/>
                <a:gd name="connsiteX4" fmla="*/ 0 w 1344116"/>
                <a:gd name="connsiteY4" fmla="*/ 944896 h 1391980"/>
                <a:gd name="connsiteX5" fmla="*/ 272012 w 1344116"/>
                <a:gd name="connsiteY5" fmla="*/ 1036700 h 1391980"/>
                <a:gd name="connsiteX6" fmla="*/ 620974 w 1344116"/>
                <a:gd name="connsiteY6" fmla="*/ 2737 h 1391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4116" h="1391980">
                  <a:moveTo>
                    <a:pt x="648126" y="0"/>
                  </a:moveTo>
                  <a:cubicBezTo>
                    <a:pt x="1032511" y="0"/>
                    <a:pt x="1344116" y="311606"/>
                    <a:pt x="1344116" y="695990"/>
                  </a:cubicBezTo>
                  <a:cubicBezTo>
                    <a:pt x="1344116" y="1080375"/>
                    <a:pt x="1032511" y="1391980"/>
                    <a:pt x="648126" y="1391980"/>
                  </a:cubicBezTo>
                  <a:cubicBezTo>
                    <a:pt x="359838" y="1391980"/>
                    <a:pt x="112488" y="1216702"/>
                    <a:pt x="6830" y="966901"/>
                  </a:cubicBezTo>
                  <a:lnTo>
                    <a:pt x="0" y="944896"/>
                  </a:lnTo>
                  <a:lnTo>
                    <a:pt x="272012" y="1036700"/>
                  </a:lnTo>
                  <a:lnTo>
                    <a:pt x="620974" y="2737"/>
                  </a:lnTo>
                  <a:close/>
                </a:path>
              </a:pathLst>
            </a:custGeom>
          </p:spPr>
        </p:pic>
        <p:sp>
          <p:nvSpPr>
            <p:cNvPr id="23" name="文本框 37">
              <a:extLst>
                <a:ext uri="{FF2B5EF4-FFF2-40B4-BE49-F238E27FC236}">
                  <a16:creationId xmlns:a16="http://schemas.microsoft.com/office/drawing/2014/main" id="{05D10EA4-CDF8-43FD-822D-8F94D0743515}"/>
                </a:ext>
              </a:extLst>
            </p:cNvPr>
            <p:cNvSpPr txBox="1"/>
            <p:nvPr/>
          </p:nvSpPr>
          <p:spPr>
            <a:xfrm>
              <a:off x="5417915" y="3387020"/>
              <a:ext cx="243053" cy="64633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r">
                <a:lnSpc>
                  <a:spcPct val="90000"/>
                </a:lnSpc>
                <a:spcBef>
                  <a:spcPct val="0"/>
                </a:spcBef>
              </a:pPr>
              <a:r>
                <a:rPr lang="ru-RU" altLang="zh-CN" sz="40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Gabriola" panose="04040605051002020D02" pitchFamily="82" charset="0"/>
                  <a:cs typeface="+mj-cs"/>
                  <a:sym typeface="+mn-lt"/>
                </a:rPr>
                <a:t>2</a:t>
              </a:r>
              <a:endParaRPr lang="ru-RU" altLang="zh-CN" sz="40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endParaRPr>
            </a:p>
          </p:txBody>
        </p:sp>
      </p:grp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8FFFD5EE-F8C3-4137-9408-37D9D14BCFF5}"/>
              </a:ext>
            </a:extLst>
          </p:cNvPr>
          <p:cNvGrpSpPr/>
          <p:nvPr/>
        </p:nvGrpSpPr>
        <p:grpSpPr>
          <a:xfrm>
            <a:off x="5234478" y="4396562"/>
            <a:ext cx="805878" cy="834575"/>
            <a:chOff x="5234478" y="4396562"/>
            <a:chExt cx="805878" cy="834575"/>
          </a:xfrm>
        </p:grpSpPr>
        <p:pic>
          <p:nvPicPr>
            <p:cNvPr id="24" name="图片 14">
              <a:extLst>
                <a:ext uri="{FF2B5EF4-FFF2-40B4-BE49-F238E27FC236}">
                  <a16:creationId xmlns:a16="http://schemas.microsoft.com/office/drawing/2014/main" id="{CD68F255-B49E-4AF4-AE0D-604007B0C29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192" t="35338" r="49333" b="31758"/>
            <a:stretch/>
          </p:blipFill>
          <p:spPr>
            <a:xfrm>
              <a:off x="5234478" y="4396562"/>
              <a:ext cx="805878" cy="834575"/>
            </a:xfrm>
            <a:custGeom>
              <a:avLst/>
              <a:gdLst>
                <a:gd name="connsiteX0" fmla="*/ 648126 w 1344116"/>
                <a:gd name="connsiteY0" fmla="*/ 0 h 1391980"/>
                <a:gd name="connsiteX1" fmla="*/ 1344116 w 1344116"/>
                <a:gd name="connsiteY1" fmla="*/ 695990 h 1391980"/>
                <a:gd name="connsiteX2" fmla="*/ 648126 w 1344116"/>
                <a:gd name="connsiteY2" fmla="*/ 1391980 h 1391980"/>
                <a:gd name="connsiteX3" fmla="*/ 6830 w 1344116"/>
                <a:gd name="connsiteY3" fmla="*/ 966901 h 1391980"/>
                <a:gd name="connsiteX4" fmla="*/ 0 w 1344116"/>
                <a:gd name="connsiteY4" fmla="*/ 944896 h 1391980"/>
                <a:gd name="connsiteX5" fmla="*/ 272012 w 1344116"/>
                <a:gd name="connsiteY5" fmla="*/ 1036700 h 1391980"/>
                <a:gd name="connsiteX6" fmla="*/ 620974 w 1344116"/>
                <a:gd name="connsiteY6" fmla="*/ 2737 h 13919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344116" h="1391980">
                  <a:moveTo>
                    <a:pt x="648126" y="0"/>
                  </a:moveTo>
                  <a:cubicBezTo>
                    <a:pt x="1032511" y="0"/>
                    <a:pt x="1344116" y="311606"/>
                    <a:pt x="1344116" y="695990"/>
                  </a:cubicBezTo>
                  <a:cubicBezTo>
                    <a:pt x="1344116" y="1080375"/>
                    <a:pt x="1032511" y="1391980"/>
                    <a:pt x="648126" y="1391980"/>
                  </a:cubicBezTo>
                  <a:cubicBezTo>
                    <a:pt x="359838" y="1391980"/>
                    <a:pt x="112488" y="1216702"/>
                    <a:pt x="6830" y="966901"/>
                  </a:cubicBezTo>
                  <a:lnTo>
                    <a:pt x="0" y="944896"/>
                  </a:lnTo>
                  <a:lnTo>
                    <a:pt x="272012" y="1036700"/>
                  </a:lnTo>
                  <a:lnTo>
                    <a:pt x="620974" y="2737"/>
                  </a:lnTo>
                  <a:close/>
                </a:path>
              </a:pathLst>
            </a:custGeom>
          </p:spPr>
        </p:pic>
        <p:sp>
          <p:nvSpPr>
            <p:cNvPr id="25" name="文本框 37">
              <a:extLst>
                <a:ext uri="{FF2B5EF4-FFF2-40B4-BE49-F238E27FC236}">
                  <a16:creationId xmlns:a16="http://schemas.microsoft.com/office/drawing/2014/main" id="{B31CA383-A66A-4356-93EB-A71001F53F61}"/>
                </a:ext>
              </a:extLst>
            </p:cNvPr>
            <p:cNvSpPr txBox="1"/>
            <p:nvPr/>
          </p:nvSpPr>
          <p:spPr>
            <a:xfrm>
              <a:off x="5464400" y="4434811"/>
              <a:ext cx="243053" cy="590931"/>
            </a:xfrm>
            <a:prstGeom prst="rect">
              <a:avLst/>
            </a:prstGeom>
            <a:noFill/>
          </p:spPr>
          <p:txBody>
            <a:bodyPr vert="horz" wrap="square" rtlCol="0">
              <a:spAutoFit/>
            </a:bodyPr>
            <a:lstStyle/>
            <a:p>
              <a:pPr algn="r">
                <a:lnSpc>
                  <a:spcPct val="90000"/>
                </a:lnSpc>
                <a:spcBef>
                  <a:spcPct val="0"/>
                </a:spcBef>
              </a:pPr>
              <a:r>
                <a:rPr lang="ru-RU" altLang="zh-CN" sz="3600" b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Gabriola" panose="04040605051002020D02" pitchFamily="82" charset="0"/>
                  <a:cs typeface="+mj-cs"/>
                  <a:sym typeface="+mn-lt"/>
                </a:rPr>
                <a:t>3</a:t>
              </a:r>
              <a:endParaRPr lang="ru-RU" altLang="zh-CN" sz="3600" b="1" dirty="0">
                <a:solidFill>
                  <a:schemeClr val="tx1">
                    <a:lumMod val="95000"/>
                    <a:lumOff val="5000"/>
                  </a:schemeClr>
                </a:solidFill>
                <a:latin typeface="Gabriola" panose="04040605051002020D02" pitchFamily="82" charset="0"/>
                <a:ea typeface="等线" panose="02010600030101010101" pitchFamily="2" charset="-122"/>
                <a:cs typeface="+mj-cs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10592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5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6" grpId="0"/>
      <p:bldP spid="10" grpId="0"/>
      <p:bldP spid="1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>
            <a:extLst>
              <a:ext uri="{FF2B5EF4-FFF2-40B4-BE49-F238E27FC236}">
                <a16:creationId xmlns:a16="http://schemas.microsoft.com/office/drawing/2014/main" id="{A18F875B-1A1F-42F9-897C-4FDF01855617}"/>
              </a:ext>
            </a:extLst>
          </p:cNvPr>
          <p:cNvGrpSpPr/>
          <p:nvPr/>
        </p:nvGrpSpPr>
        <p:grpSpPr>
          <a:xfrm>
            <a:off x="126337" y="-331687"/>
            <a:ext cx="11703352" cy="6921610"/>
            <a:chOff x="126337" y="-331687"/>
            <a:chExt cx="11703352" cy="6921610"/>
          </a:xfrm>
        </p:grpSpPr>
        <p:pic>
          <p:nvPicPr>
            <p:cNvPr id="5" name="图片 4">
              <a:extLst>
                <a:ext uri="{FF2B5EF4-FFF2-40B4-BE49-F238E27FC236}">
                  <a16:creationId xmlns:a16="http://schemas.microsoft.com/office/drawing/2014/main" id="{7EC99E95-9CF5-4486-B2D1-DABFB3365E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6337" y="-331687"/>
              <a:ext cx="11703352" cy="3657298"/>
            </a:xfrm>
            <a:prstGeom prst="rect">
              <a:avLst/>
            </a:prstGeom>
          </p:spPr>
        </p:pic>
        <p:pic>
          <p:nvPicPr>
            <p:cNvPr id="6" name="图片 5">
              <a:extLst>
                <a:ext uri="{FF2B5EF4-FFF2-40B4-BE49-F238E27FC236}">
                  <a16:creationId xmlns:a16="http://schemas.microsoft.com/office/drawing/2014/main" id="{03B3F07A-A41F-44DE-8405-758F136AF20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 rot="871584" flipH="1">
              <a:off x="2816942" y="2932625"/>
              <a:ext cx="8353986" cy="3657298"/>
            </a:xfrm>
            <a:prstGeom prst="rect">
              <a:avLst/>
            </a:prstGeom>
          </p:spPr>
        </p:pic>
      </p:grpSp>
      <p:pic>
        <p:nvPicPr>
          <p:cNvPr id="7" name="图片 5">
            <a:extLst>
              <a:ext uri="{FF2B5EF4-FFF2-40B4-BE49-F238E27FC236}">
                <a16:creationId xmlns:a16="http://schemas.microsoft.com/office/drawing/2014/main" id="{07348916-D982-462A-94B1-2DCF5C94275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53" t="15043" r="977" b="33811"/>
          <a:stretch/>
        </p:blipFill>
        <p:spPr>
          <a:xfrm>
            <a:off x="9427797" y="826197"/>
            <a:ext cx="2793076" cy="3674225"/>
          </a:xfrm>
          <a:custGeom>
            <a:avLst/>
            <a:gdLst>
              <a:gd name="connsiteX0" fmla="*/ 0 w 2793076"/>
              <a:gd name="connsiteY0" fmla="*/ 0 h 3674225"/>
              <a:gd name="connsiteX1" fmla="*/ 2793076 w 2793076"/>
              <a:gd name="connsiteY1" fmla="*/ 0 h 3674225"/>
              <a:gd name="connsiteX2" fmla="*/ 2793076 w 2793076"/>
              <a:gd name="connsiteY2" fmla="*/ 3674225 h 3674225"/>
              <a:gd name="connsiteX3" fmla="*/ 0 w 2793076"/>
              <a:gd name="connsiteY3" fmla="*/ 3674225 h 3674225"/>
              <a:gd name="connsiteX4" fmla="*/ 0 w 2793076"/>
              <a:gd name="connsiteY4" fmla="*/ 0 h 3674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93076" h="3674225">
                <a:moveTo>
                  <a:pt x="0" y="0"/>
                </a:moveTo>
                <a:lnTo>
                  <a:pt x="2793076" y="0"/>
                </a:lnTo>
                <a:lnTo>
                  <a:pt x="2793076" y="3674225"/>
                </a:lnTo>
                <a:lnTo>
                  <a:pt x="0" y="3674225"/>
                </a:lnTo>
                <a:lnTo>
                  <a:pt x="0" y="0"/>
                </a:lnTo>
                <a:close/>
              </a:path>
            </a:pathLst>
          </a:custGeom>
          <a:effectLst>
            <a:softEdge rad="76200"/>
          </a:effectLst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A5834A1F-3573-41C4-B109-D2BE1E051F82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445" y="125386"/>
            <a:ext cx="1854835" cy="991950"/>
          </a:xfrm>
          <a:prstGeom prst="rect">
            <a:avLst/>
          </a:prstGeom>
        </p:spPr>
      </p:pic>
      <p:pic>
        <p:nvPicPr>
          <p:cNvPr id="13" name="图片 13">
            <a:extLst>
              <a:ext uri="{FF2B5EF4-FFF2-40B4-BE49-F238E27FC236}">
                <a16:creationId xmlns:a16="http://schemas.microsoft.com/office/drawing/2014/main" id="{49243585-B78E-4ECD-9DB0-77E2C97B91F3}"/>
              </a:ext>
            </a:extLst>
          </p:cNvPr>
          <p:cNvPicPr>
            <a:picLocks noChangeAspect="1"/>
          </p:cNvPicPr>
          <p:nvPr/>
        </p:nvPicPr>
        <p:blipFill>
          <a:blip r:embed="rId7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510253" y="305707"/>
            <a:ext cx="511648" cy="887801"/>
          </a:xfrm>
          <a:prstGeom prst="rect">
            <a:avLst/>
          </a:prstGeom>
        </p:spPr>
      </p:pic>
      <p:sp>
        <p:nvSpPr>
          <p:cNvPr id="14" name="TextBox 32">
            <a:extLst>
              <a:ext uri="{FF2B5EF4-FFF2-40B4-BE49-F238E27FC236}">
                <a16:creationId xmlns:a16="http://schemas.microsoft.com/office/drawing/2014/main" id="{553072E4-1214-4E12-BA2D-F4F4E04B04F8}"/>
              </a:ext>
            </a:extLst>
          </p:cNvPr>
          <p:cNvSpPr txBox="1"/>
          <p:nvPr/>
        </p:nvSpPr>
        <p:spPr>
          <a:xfrm flipH="1">
            <a:off x="11550633" y="392732"/>
            <a:ext cx="430887" cy="751646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 eaLnBrk="1" hangingPunct="1">
              <a:buFont typeface="Arial" panose="020B0604020202020204" pitchFamily="34" charset="0"/>
              <a:buNone/>
            </a:pPr>
            <a:r>
              <a:rPr lang="zh-CN" altLang="en-US" sz="1600" dirty="0">
                <a:solidFill>
                  <a:schemeClr val="bg1"/>
                </a:solidFill>
                <a:ea typeface="思源宋体 CN Heavy" pitchFamily="18" charset="-122"/>
                <a:cs typeface="阿里巴巴普惠体" panose="00020600040101010101" pitchFamily="18" charset="-122"/>
                <a:sym typeface="+mn-lt"/>
              </a:rPr>
              <a:t>雨龍</a:t>
            </a:r>
          </a:p>
        </p:txBody>
      </p:sp>
      <p:sp>
        <p:nvSpPr>
          <p:cNvPr id="17" name="TextBox 32">
            <a:extLst>
              <a:ext uri="{FF2B5EF4-FFF2-40B4-BE49-F238E27FC236}">
                <a16:creationId xmlns:a16="http://schemas.microsoft.com/office/drawing/2014/main" id="{DBE20261-424F-4681-B141-F42198ACDD0A}"/>
              </a:ext>
            </a:extLst>
          </p:cNvPr>
          <p:cNvSpPr txBox="1"/>
          <p:nvPr/>
        </p:nvSpPr>
        <p:spPr>
          <a:xfrm flipH="1">
            <a:off x="362311" y="2344086"/>
            <a:ext cx="7892500" cy="816314"/>
          </a:xfrm>
          <a:prstGeom prst="rect">
            <a:avLst/>
          </a:prstGeom>
          <a:solidFill>
            <a:srgbClr val="F4EDE7">
              <a:alpha val="38039"/>
            </a:srgbClr>
          </a:solidFill>
        </p:spPr>
        <p:txBody>
          <a:bodyPr wrap="square" rtlCol="0">
            <a:spAutoFit/>
          </a:bodyPr>
          <a:lstStyle/>
          <a:p>
            <a:pPr>
              <a:lnSpc>
                <a:spcPts val="5600"/>
              </a:lnSpc>
            </a:pPr>
            <a:r>
              <a:rPr lang="uk-UA" altLang="zh-CN" sz="54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ook Antiqua" panose="02040602050305030304" pitchFamily="18" charset="0"/>
                <a:ea typeface="等线" panose="02010600030101010101" pitchFamily="2" charset="-122"/>
                <a:cs typeface="阿里巴巴普惠体" panose="00020600040101010101" pitchFamily="18" charset="-122"/>
                <a:sym typeface="+mn-lt"/>
              </a:rPr>
              <a:t>Дякую за увагу!</a:t>
            </a:r>
            <a:endParaRPr lang="zh-CN" altLang="en-US" sz="5400" b="1" dirty="0">
              <a:solidFill>
                <a:schemeClr val="tx1">
                  <a:lumMod val="95000"/>
                  <a:lumOff val="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Book Antiqua" panose="02040602050305030304" pitchFamily="18" charset="0"/>
              <a:ea typeface="等线" panose="02010600030101010101" pitchFamily="2" charset="-122"/>
              <a:cs typeface="阿里巴巴普惠体" panose="00020600040101010101" pitchFamily="18" charset="-122"/>
              <a:sym typeface="+mn-lt"/>
            </a:endParaRPr>
          </a:p>
        </p:txBody>
      </p:sp>
      <p:sp>
        <p:nvSpPr>
          <p:cNvPr id="18" name="PA_矩形 28">
            <a:extLst>
              <a:ext uri="{FF2B5EF4-FFF2-40B4-BE49-F238E27FC236}">
                <a16:creationId xmlns:a16="http://schemas.microsoft.com/office/drawing/2014/main" id="{B76462EF-D2C0-4E63-8460-2E8BEFEE17B2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52567" y="4140416"/>
            <a:ext cx="7892499" cy="493468"/>
          </a:xfrm>
          <a:prstGeom prst="rect">
            <a:avLst/>
          </a:prstGeom>
          <a:solidFill>
            <a:srgbClr val="F4EDE7">
              <a:alpha val="34118"/>
            </a:srgbClr>
          </a:solidFill>
          <a:ln>
            <a:noFill/>
          </a:ln>
          <a:effectLst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Bef>
                <a:spcPct val="0"/>
              </a:spcBef>
            </a:pPr>
            <a:r>
              <a:rPr lang="ru-RU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  <a:ea typeface="微软雅黑" panose="020B0503020204020204" pitchFamily="34" charset="-122"/>
                <a:sym typeface="+mn-lt"/>
              </a:rPr>
              <a:t>Для </a:t>
            </a:r>
            <a:r>
              <a:rPr lang="ru-RU" altLang="zh-CN" sz="2400" b="1" dirty="0" err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  <a:ea typeface="微软雅黑" panose="020B0503020204020204" pitchFamily="34" charset="-122"/>
                <a:sym typeface="+mn-lt"/>
              </a:rPr>
              <a:t>презентації</a:t>
            </a:r>
            <a:r>
              <a:rPr lang="ru-RU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  <a:ea typeface="微软雅黑" panose="020B0503020204020204" pitchFamily="34" charset="-122"/>
                <a:sym typeface="+mn-lt"/>
              </a:rPr>
              <a:t> </a:t>
            </a:r>
            <a:r>
              <a:rPr lang="ru-RU" altLang="zh-CN" sz="2400" b="1" dirty="0" err="1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  <a:ea typeface="微软雅黑" panose="020B0503020204020204" pitchFamily="34" charset="-122"/>
                <a:sym typeface="+mn-lt"/>
              </a:rPr>
              <a:t>використано</a:t>
            </a:r>
            <a:r>
              <a:rPr lang="ru-RU" altLang="zh-CN" sz="2400" b="1" dirty="0">
                <a:solidFill>
                  <a:schemeClr val="tx1">
                    <a:lumMod val="95000"/>
                    <a:lumOff val="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abriola" panose="04040605051002020D02" pitchFamily="82" charset="0"/>
                <a:ea typeface="微软雅黑" panose="020B0503020204020204" pitchFamily="34" charset="-122"/>
                <a:sym typeface="+mn-lt"/>
              </a:rPr>
              <a:t> шаблон Freeppt7.com</a:t>
            </a:r>
          </a:p>
        </p:txBody>
      </p:sp>
    </p:spTree>
    <p:extLst>
      <p:ext uri="{BB962C8B-B14F-4D97-AF65-F5344CB8AC3E}">
        <p14:creationId xmlns:p14="http://schemas.microsoft.com/office/powerpoint/2010/main" val="4234454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:split orient="vert"/>
      </p:transition>
    </mc:Choice>
    <mc:Fallback xmlns="">
      <p:transition spd="slow">
        <p:split orient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0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9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0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1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0" presetClass="entr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4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((floor(#ppt_x-0.5)+ceil(#ppt_x-0.5))*0.5+0.5)+(#ppt_x- ((floor(#ppt_x-0.5)+ceil(#ppt_x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5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((floor(#ppt_y-0.5)+ceil(#ppt_y-0.5))*0.5+0.5)+(#ppt_y- ((floor(#ppt_y-0.5)+ceil(#ppt_y-0.5))*0.5+0.5))*$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6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style.opacity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7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2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to="" calcmode="lin" valueType="num">
                                      <p:cBhvr>
                                        <p:cTn id="18" dur="5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*2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3.0.1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498</TotalTime>
  <Words>313</Words>
  <Application>Microsoft Office PowerPoint</Application>
  <PresentationFormat>Широкоэкранный</PresentationFormat>
  <Paragraphs>51</Paragraphs>
  <Slides>22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30" baseType="lpstr">
      <vt:lpstr>等线</vt:lpstr>
      <vt:lpstr>等线 Light</vt:lpstr>
      <vt:lpstr>Arial</vt:lpstr>
      <vt:lpstr>Book Antiqua</vt:lpstr>
      <vt:lpstr>Gabriola</vt:lpstr>
      <vt:lpstr>Microsoft JhengHei UI Bold (Основной текст)</vt:lpstr>
      <vt:lpstr>Monotype Corsiva</vt:lpstr>
      <vt:lpstr>Office 主题​​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凯凯的圆圆</dc:creator>
  <cp:lastModifiedBy>Riki Tiki</cp:lastModifiedBy>
  <cp:revision>30</cp:revision>
  <dcterms:created xsi:type="dcterms:W3CDTF">2021-02-03T03:56:52Z</dcterms:created>
  <dcterms:modified xsi:type="dcterms:W3CDTF">2026-05-07T19:22:26Z</dcterms:modified>
</cp:coreProperties>
</file>