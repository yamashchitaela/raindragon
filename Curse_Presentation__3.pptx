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9" r:id="rId2"/>
    <p:sldId id="266" r:id="rId3"/>
    <p:sldId id="282" r:id="rId4"/>
    <p:sldId id="283" r:id="rId5"/>
    <p:sldId id="270" r:id="rId6"/>
    <p:sldId id="273" r:id="rId7"/>
    <p:sldId id="263" r:id="rId8"/>
    <p:sldId id="262" r:id="rId9"/>
    <p:sldId id="268" r:id="rId10"/>
    <p:sldId id="287" r:id="rId11"/>
    <p:sldId id="288" r:id="rId12"/>
    <p:sldId id="289" r:id="rId13"/>
    <p:sldId id="267" r:id="rId14"/>
    <p:sldId id="291" r:id="rId15"/>
    <p:sldId id="292" r:id="rId16"/>
    <p:sldId id="295" r:id="rId17"/>
    <p:sldId id="294" r:id="rId18"/>
    <p:sldId id="296" r:id="rId19"/>
    <p:sldId id="272" r:id="rId20"/>
    <p:sldId id="298" r:id="rId21"/>
    <p:sldId id="299" r:id="rId22"/>
    <p:sldId id="28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DE7"/>
    <a:srgbClr val="E8E3DD"/>
    <a:srgbClr val="66723A"/>
    <a:srgbClr val="FF9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25" autoAdjust="0"/>
    <p:restoredTop sz="94660"/>
  </p:normalViewPr>
  <p:slideViewPr>
    <p:cSldViewPr snapToGrid="0">
      <p:cViewPr>
        <p:scale>
          <a:sx n="75" d="100"/>
          <a:sy n="75" d="100"/>
        </p:scale>
        <p:origin x="998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35998-ECC1-4C49-9B8B-BD0D7634CD2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802D4-C19F-458D-95BE-D2887CBC0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64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1DBFC-EE9C-4649-ABB9-BF1EBD82B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B53F7D-0991-4325-BE75-87A2A33A0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3FBDF-66AA-4D2D-8EB2-D57E3548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D7C65A-98DB-44FA-B11D-DA8113D1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3D3EC4-40D0-4CFC-9673-A2F7B49F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A352A-6BD2-4726-B18F-20248949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A3467-2ED3-492A-A847-4B68C144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B1CEF-9CE9-44EF-A816-0AF9B8F2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D08DF-D74D-433F-B9C2-2CEF3B51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F59DD-C968-46BD-B165-BBE59D60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14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C33BD-7F3C-4AF4-AE92-F0A2D021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ACA3D-A4D1-418E-9B96-F2EA96631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CB3F2-75D6-4B37-9183-97B63832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3993A-09A7-4442-98AD-E1C1FCEA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E29EF-2217-401D-81F5-A2F864DD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69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CC42D-FEC6-4A59-8221-AAFF0A0B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923EDE-6B78-4196-AC3A-51E8B30B3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2C8EF-03A6-4EBE-AFF8-4B567E1F9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F4AC38-DE97-4838-B8E7-024C27A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FD11C2-2059-46F9-B67A-9A215D5E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27132A-02FA-43B0-B437-61CFD8AB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84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AC797-5A98-4B8F-AB3B-6AFDEA91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41442-A96C-4796-9C92-E59C4CFF3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4A9CDC-3157-496E-8ABB-CA20984FD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198C73-EFAD-43A1-926D-888DACC1D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B96BE3-5C1E-47F6-9E27-EE24678CE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C4F2A4-AA7D-4E30-BB54-28DC3CEB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72DA93-5F54-4ECD-ABD6-F1E5BB7D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3F9886-70A0-437A-91CC-1F0A0BCE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0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E97BF-BFC7-49B3-9B52-67558107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C002B6-2A26-43FD-B713-A17EA9EA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95D44B-3C47-43CF-A32F-CC34BAEB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F9F72D-42E5-42D4-BB32-E34923BE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41314B-D77A-4021-9403-B8D0EB80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A1F413-0C27-4E13-80EB-4D21379F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1D9C14-6EA0-4936-BBAD-2DD89DEF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74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44A59-2D4A-497C-9631-FD2542E5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055B5-98BC-4159-9B9A-6ADE4D479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74A275-4BD5-45C8-B256-429E8CFB5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CF624C-EA01-4F92-A554-263E7357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8A6729-2AE2-4ACE-8AC9-CC895E6A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A71DF-33A3-4425-AEDD-99EFC90B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3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8D722-0AFB-490C-BB16-BCC2DC17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6AC74A-3AE2-4531-BD14-2B4C20B31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6F0F2-6049-42CB-9C6D-7FEFC37CC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DAA1C8-A23B-4273-AC02-1885320B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4EF169-4DCB-4E42-ABD1-C37DF141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C952A7-76B2-4FDD-BAF1-EFDFFA8F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2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4059A-659D-4AF8-B519-A3DC5576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EFA024-6F10-41A3-AF28-01870D60D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F0EAA-D2C5-4824-BEA4-295CC55A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7B613-801E-4B84-927B-A6274176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7AE53D-976B-41B0-92BE-3BCAC330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74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7CF15B-04BE-4D8A-A79D-77E2541FE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FF103-E67C-458F-9CAB-1FBEAB265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A9F4B7-1521-4D09-B864-A5F06A82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2DAD3-D964-42A9-9226-B3BE26B8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10B6E4-C3FB-4080-85E8-F224F49D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5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2D7FC4-A50D-4F55-8286-57A8CF6F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3DCFAF-DD31-4C06-8189-C4548749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C7EB4-EE25-4B81-AEC9-67D32A7F9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E9601-7591-4951-9861-37CCB493C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66766-58AB-42AC-A409-68B12390C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87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7168DF1-440A-43FD-AFFB-7039D18D07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13">
            <a:extLst>
              <a:ext uri="{FF2B5EF4-FFF2-40B4-BE49-F238E27FC236}">
                <a16:creationId xmlns:a16="http://schemas.microsoft.com/office/drawing/2014/main" id="{2E6E8920-5F2D-4B4A-B558-661450697B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0253" y="305707"/>
            <a:ext cx="511648" cy="887801"/>
          </a:xfrm>
          <a:prstGeom prst="rect">
            <a:avLst/>
          </a:prstGeom>
        </p:spPr>
      </p:pic>
      <p:sp>
        <p:nvSpPr>
          <p:cNvPr id="9" name="TextBox 32">
            <a:extLst>
              <a:ext uri="{FF2B5EF4-FFF2-40B4-BE49-F238E27FC236}">
                <a16:creationId xmlns:a16="http://schemas.microsoft.com/office/drawing/2014/main" id="{FCF6F766-C8ED-498F-A5ED-BFB6C12C510F}"/>
              </a:ext>
            </a:extLst>
          </p:cNvPr>
          <p:cNvSpPr txBox="1"/>
          <p:nvPr/>
        </p:nvSpPr>
        <p:spPr>
          <a:xfrm flipH="1">
            <a:off x="11550633" y="392732"/>
            <a:ext cx="430887" cy="751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ea typeface="思源宋体 CN Heavy" pitchFamily="18" charset="-122"/>
                <a:cs typeface="阿里巴巴普惠体" panose="00020600040101010101" pitchFamily="18" charset="-122"/>
                <a:sym typeface="+mn-lt"/>
              </a:rPr>
              <a:t>雨龍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16F1D5-F5F5-4A3D-AC3D-FD53332DAF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" y="201558"/>
            <a:ext cx="1854835" cy="991950"/>
          </a:xfrm>
          <a:prstGeom prst="rect">
            <a:avLst/>
          </a:prstGeom>
        </p:spPr>
      </p:pic>
      <p:sp>
        <p:nvSpPr>
          <p:cNvPr id="12" name="TextBox 32">
            <a:extLst>
              <a:ext uri="{FF2B5EF4-FFF2-40B4-BE49-F238E27FC236}">
                <a16:creationId xmlns:a16="http://schemas.microsoft.com/office/drawing/2014/main" id="{5E46910D-F464-4956-B374-81583140AA03}"/>
              </a:ext>
            </a:extLst>
          </p:cNvPr>
          <p:cNvSpPr txBox="1"/>
          <p:nvPr/>
        </p:nvSpPr>
        <p:spPr>
          <a:xfrm flipH="1">
            <a:off x="407438" y="2783591"/>
            <a:ext cx="7892500" cy="1556836"/>
          </a:xfrm>
          <a:prstGeom prst="rect">
            <a:avLst/>
          </a:prstGeom>
          <a:solidFill>
            <a:srgbClr val="F4EDE7">
              <a:alpha val="38039"/>
            </a:srgbClr>
          </a:solidFill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I</a:t>
            </a:r>
            <a:r>
              <a:rPr lang="uk-UA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нформаційна</a:t>
            </a:r>
            <a:r>
              <a:rPr lang="uk-UA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 система «Читальний зал»</a:t>
            </a:r>
            <a:endParaRPr lang="zh-CN" altLang="en-US" sz="5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ea typeface="等线" panose="02010600030101010101" pitchFamily="2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3" name="PA_矩形 28">
            <a:extLst>
              <a:ext uri="{FF2B5EF4-FFF2-40B4-BE49-F238E27FC236}">
                <a16:creationId xmlns:a16="http://schemas.microsoft.com/office/drawing/2014/main" id="{0642D565-9841-4C0A-9FE3-04C50478151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38976" y="4489081"/>
            <a:ext cx="7892499" cy="493468"/>
          </a:xfrm>
          <a:prstGeom prst="rect">
            <a:avLst/>
          </a:prstGeom>
          <a:solidFill>
            <a:srgbClr val="F4EDE7">
              <a:alpha val="34118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uk-UA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Виконала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4" name="PA_矩形 28">
            <a:extLst>
              <a:ext uri="{FF2B5EF4-FFF2-40B4-BE49-F238E27FC236}">
                <a16:creationId xmlns:a16="http://schemas.microsoft.com/office/drawing/2014/main" id="{3EB4ADF3-2DD9-4904-8056-8EF51473A2B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8975" y="4979990"/>
            <a:ext cx="7892500" cy="493468"/>
          </a:xfrm>
          <a:prstGeom prst="rect">
            <a:avLst/>
          </a:prstGeom>
          <a:solidFill>
            <a:srgbClr val="F4EDE7">
              <a:alpha val="38039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uk-UA" altLang="zh-CN" sz="2400" b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Керівник: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  <a:ea typeface="微软雅黑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3081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C86031-83D2-4E1D-8C98-282CA28A04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071585-6151-4A50-AD5E-8EB7B82CD3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427797" y="826197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BD0003-FBB7-44B1-8892-CA2E70E59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7" t="1935" r="46160" b="57634"/>
          <a:stretch>
            <a:fillRect/>
          </a:stretch>
        </p:blipFill>
        <p:spPr>
          <a:xfrm flipH="1">
            <a:off x="-751859" y="1337807"/>
            <a:ext cx="3510115" cy="5365054"/>
          </a:xfrm>
          <a:custGeom>
            <a:avLst/>
            <a:gdLst>
              <a:gd name="connsiteX0" fmla="*/ 0 w 1814051"/>
              <a:gd name="connsiteY0" fmla="*/ 0 h 2772696"/>
              <a:gd name="connsiteX1" fmla="*/ 1814051 w 1814051"/>
              <a:gd name="connsiteY1" fmla="*/ 0 h 2772696"/>
              <a:gd name="connsiteX2" fmla="*/ 1814051 w 1814051"/>
              <a:gd name="connsiteY2" fmla="*/ 2772696 h 2772696"/>
              <a:gd name="connsiteX3" fmla="*/ 0 w 1814051"/>
              <a:gd name="connsiteY3" fmla="*/ 2772696 h 2772696"/>
              <a:gd name="connsiteX4" fmla="*/ 0 w 1814051"/>
              <a:gd name="connsiteY4" fmla="*/ 0 h 277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4051" h="2772696">
                <a:moveTo>
                  <a:pt x="0" y="0"/>
                </a:moveTo>
                <a:lnTo>
                  <a:pt x="1814051" y="0"/>
                </a:lnTo>
                <a:lnTo>
                  <a:pt x="1814051" y="2772696"/>
                </a:lnTo>
                <a:lnTo>
                  <a:pt x="0" y="2772696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CE1E659D-B20D-40B9-83A3-9FB3F557A5E1}"/>
              </a:ext>
            </a:extLst>
          </p:cNvPr>
          <p:cNvGrpSpPr/>
          <p:nvPr/>
        </p:nvGrpSpPr>
        <p:grpSpPr>
          <a:xfrm>
            <a:off x="0" y="-3907235"/>
            <a:ext cx="11703352" cy="8006456"/>
            <a:chOff x="126337" y="-331687"/>
            <a:chExt cx="11703352" cy="800645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B7AD2FE-F7E9-4701-88E3-EF496D7EA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AB93517-F7E4-48F6-AC44-F4EA485D4C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443352" y="401747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9FD1B3B-0AF7-4E19-B6F3-3E103EEFC27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Мета та постановка задачі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15" name="文本框 37">
            <a:extLst>
              <a:ext uri="{FF2B5EF4-FFF2-40B4-BE49-F238E27FC236}">
                <a16:creationId xmlns:a16="http://schemas.microsoft.com/office/drawing/2014/main" id="{AAE2BF2B-E8FA-4215-9238-B84805727B69}"/>
              </a:ext>
            </a:extLst>
          </p:cNvPr>
          <p:cNvSpPr txBox="1"/>
          <p:nvPr/>
        </p:nvSpPr>
        <p:spPr>
          <a:xfrm>
            <a:off x="3560219" y="2032086"/>
            <a:ext cx="8128001" cy="14219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Мета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роботи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–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аналіз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предметної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області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проєктування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та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розробка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вебзастосунку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для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читання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азійських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романів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.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9" name="文本框 37">
            <a:extLst>
              <a:ext uri="{FF2B5EF4-FFF2-40B4-BE49-F238E27FC236}">
                <a16:creationId xmlns:a16="http://schemas.microsoft.com/office/drawing/2014/main" id="{578C77C7-E579-49A5-80B5-EF08CDEC5731}"/>
              </a:ext>
            </a:extLst>
          </p:cNvPr>
          <p:cNvSpPr txBox="1"/>
          <p:nvPr/>
        </p:nvSpPr>
        <p:spPr>
          <a:xfrm>
            <a:off x="4064103" y="3624048"/>
            <a:ext cx="10241282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Задачі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які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необхідно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розв’язати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для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досягнення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поставленої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мети: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проаналізувати предметну область «Азійські романи»;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проаналізувати обрані засоби розробки;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сформулювати вимоги до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вебзастосунку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реалізувати базу даних засобами </a:t>
            </a:r>
            <a:r>
              <a:rPr lang="en-US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PostgreSQL;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спроєктувати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згідно вимог;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розробити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за допомогою обраних засобів;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протестувати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8286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7168DF1-440A-43FD-AFFB-7039D18D07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41" b="26582"/>
          <a:stretch/>
        </p:blipFill>
        <p:spPr>
          <a:xfrm>
            <a:off x="-127728" y="0"/>
            <a:ext cx="12398056" cy="6858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B83348B-CFC5-42E8-BF92-C861DE2DA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68" y="-538835"/>
            <a:ext cx="9504270" cy="3126658"/>
          </a:xfrm>
          <a:prstGeom prst="rect">
            <a:avLst/>
          </a:prstGeom>
        </p:spPr>
      </p:pic>
      <p:sp>
        <p:nvSpPr>
          <p:cNvPr id="9" name="文本框 37">
            <a:extLst>
              <a:ext uri="{FF2B5EF4-FFF2-40B4-BE49-F238E27FC236}">
                <a16:creationId xmlns:a16="http://schemas.microsoft.com/office/drawing/2014/main" id="{37878FF6-FE73-4D68-BD75-B17C7F90A543}"/>
              </a:ext>
            </a:extLst>
          </p:cNvPr>
          <p:cNvSpPr txBox="1"/>
          <p:nvPr/>
        </p:nvSpPr>
        <p:spPr>
          <a:xfrm>
            <a:off x="4132162" y="1692494"/>
            <a:ext cx="7474551" cy="21273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Предметною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областю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є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азійські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романи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які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мають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неповторний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стиль,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що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приваблює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аудиторію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різноманітної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статі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та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віку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. </a:t>
            </a:r>
            <a:endParaRPr lang="ru-RU" altLang="zh-CN" sz="36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DD9898B9-EDF0-4777-8515-E7F0755B3BE6}"/>
              </a:ext>
            </a:extLst>
          </p:cNvPr>
          <p:cNvSpPr txBox="1"/>
          <p:nvPr/>
        </p:nvSpPr>
        <p:spPr>
          <a:xfrm>
            <a:off x="6001384" y="3811123"/>
            <a:ext cx="5605329" cy="1823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Користувач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має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можливість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реєструватися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увійти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до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системи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переглядати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інформацію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.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Адміністратор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має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всі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ті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ж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самі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функції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з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можливістю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додавати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оновлювати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видаляти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інформацію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. 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045985-2512-407C-8B81-74FB73E92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6207">
            <a:off x="647957" y="1889558"/>
            <a:ext cx="2232693" cy="30788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481CD5-5456-4B1C-9678-D595A40A7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7219">
            <a:off x="2057675" y="3006241"/>
            <a:ext cx="2232693" cy="31358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DA56D622-894A-44CE-A823-BE4B6A62D919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Опис предметної області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2687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73DC8F8-85CE-4A78-9AE4-BA03299E00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DB731D-5FFF-450A-8200-19120D825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 flipH="1"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4095308-0DA1-4702-AB84-62849850D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4" y="-1201476"/>
            <a:ext cx="11703352" cy="365729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A786BE-0CEE-41EC-B3C0-4865416C14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25" y="1507648"/>
            <a:ext cx="8585149" cy="4991088"/>
          </a:xfrm>
          <a:prstGeom prst="rect">
            <a:avLst/>
          </a:prstGeom>
        </p:spPr>
      </p:pic>
      <p:sp>
        <p:nvSpPr>
          <p:cNvPr id="24" name="标题 1">
            <a:extLst>
              <a:ext uri="{FF2B5EF4-FFF2-40B4-BE49-F238E27FC236}">
                <a16:creationId xmlns:a16="http://schemas.microsoft.com/office/drawing/2014/main" id="{132E64F2-24CE-49E9-9715-DB0633770073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прецедентів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94547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1F9B2048-9351-4311-9BEE-F5A646DF2047}"/>
              </a:ext>
            </a:extLst>
          </p:cNvPr>
          <p:cNvSpPr/>
          <p:nvPr/>
        </p:nvSpPr>
        <p:spPr>
          <a:xfrm>
            <a:off x="0" y="1750726"/>
            <a:ext cx="12137922" cy="2816942"/>
          </a:xfrm>
          <a:custGeom>
            <a:avLst/>
            <a:gdLst>
              <a:gd name="connsiteX0" fmla="*/ 0 w 12137922"/>
              <a:gd name="connsiteY0" fmla="*/ 2816942 h 2816942"/>
              <a:gd name="connsiteX1" fmla="*/ 2359742 w 12137922"/>
              <a:gd name="connsiteY1" fmla="*/ 2271251 h 2816942"/>
              <a:gd name="connsiteX2" fmla="*/ 5442154 w 12137922"/>
              <a:gd name="connsiteY2" fmla="*/ 1135625 h 2816942"/>
              <a:gd name="connsiteX3" fmla="*/ 8583561 w 12137922"/>
              <a:gd name="connsiteY3" fmla="*/ 2050025 h 2816942"/>
              <a:gd name="connsiteX4" fmla="*/ 10677832 w 12137922"/>
              <a:gd name="connsiteY4" fmla="*/ 589935 h 2816942"/>
              <a:gd name="connsiteX5" fmla="*/ 12137922 w 12137922"/>
              <a:gd name="connsiteY5" fmla="*/ 0 h 2816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37922" h="2816942">
                <a:moveTo>
                  <a:pt x="0" y="2816942"/>
                </a:moveTo>
                <a:cubicBezTo>
                  <a:pt x="726358" y="2684206"/>
                  <a:pt x="1452716" y="2551471"/>
                  <a:pt x="2359742" y="2271251"/>
                </a:cubicBezTo>
                <a:cubicBezTo>
                  <a:pt x="3266768" y="1991031"/>
                  <a:pt x="4404851" y="1172496"/>
                  <a:pt x="5442154" y="1135625"/>
                </a:cubicBezTo>
                <a:cubicBezTo>
                  <a:pt x="6479457" y="1098754"/>
                  <a:pt x="7710948" y="2140973"/>
                  <a:pt x="8583561" y="2050025"/>
                </a:cubicBezTo>
                <a:cubicBezTo>
                  <a:pt x="9456174" y="1959077"/>
                  <a:pt x="10085439" y="931606"/>
                  <a:pt x="10677832" y="589935"/>
                </a:cubicBezTo>
                <a:cubicBezTo>
                  <a:pt x="11270225" y="248264"/>
                  <a:pt x="11968315" y="100781"/>
                  <a:pt x="12137922" y="0"/>
                </a:cubicBez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A5C2E2-3739-4C69-B673-84C4A3A993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E32B0E-F82D-484D-87B4-DA6E7E423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1022648" y="3429000"/>
            <a:ext cx="875070" cy="1237618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E5821EB-65CE-43F8-BD60-224882926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3797077" y="2514511"/>
            <a:ext cx="875070" cy="1122374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9644B37-D831-4767-A666-4C723D2DD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7264377" y="2785195"/>
            <a:ext cx="875070" cy="1122374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3BD155C-8E23-48E1-A487-F77D6A2EC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10007339" y="1917644"/>
            <a:ext cx="875070" cy="1122374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DD3980DB-47C9-4F82-A298-0942D1D7E910}"/>
              </a:ext>
            </a:extLst>
          </p:cNvPr>
          <p:cNvGrpSpPr/>
          <p:nvPr/>
        </p:nvGrpSpPr>
        <p:grpSpPr>
          <a:xfrm>
            <a:off x="871800" y="-3418755"/>
            <a:ext cx="11814725" cy="3831414"/>
            <a:chOff x="-215027" y="-1110254"/>
            <a:chExt cx="11814725" cy="383141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C2987692-571E-4B02-A522-5AE02B782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15027" y="-936138"/>
              <a:ext cx="11703352" cy="3657298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0806D0D6-3EFB-418B-865A-C3C1FC1FDB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3245712" y="-1110254"/>
              <a:ext cx="8353986" cy="3657298"/>
            </a:xfrm>
            <a:prstGeom prst="rect">
              <a:avLst/>
            </a:prstGeom>
          </p:spPr>
        </p:pic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36F763-F759-418B-B05E-3DD462998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48" y="4864535"/>
            <a:ext cx="982116" cy="982116"/>
          </a:xfrm>
          <a:prstGeom prst="rect">
            <a:avLst/>
          </a:prstGeom>
        </p:spPr>
      </p:pic>
      <p:sp>
        <p:nvSpPr>
          <p:cNvPr id="21" name="标题 1">
            <a:extLst>
              <a:ext uri="{FF2B5EF4-FFF2-40B4-BE49-F238E27FC236}">
                <a16:creationId xmlns:a16="http://schemas.microsoft.com/office/drawing/2014/main" id="{F39F5DEC-4879-4651-92B8-4DEBE2ABC740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Засоби розробки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22" name="文本框 37">
            <a:extLst>
              <a:ext uri="{FF2B5EF4-FFF2-40B4-BE49-F238E27FC236}">
                <a16:creationId xmlns:a16="http://schemas.microsoft.com/office/drawing/2014/main" id="{FA0838E1-8982-4355-9D4C-852F1C9E798D}"/>
              </a:ext>
            </a:extLst>
          </p:cNvPr>
          <p:cNvSpPr txBox="1"/>
          <p:nvPr/>
        </p:nvSpPr>
        <p:spPr>
          <a:xfrm>
            <a:off x="472817" y="2533659"/>
            <a:ext cx="2037667" cy="11310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Клієнтська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частина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застосунку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67D724-301F-4688-83B6-9BF0709ED6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272" y="1551636"/>
            <a:ext cx="962875" cy="962875"/>
          </a:xfrm>
          <a:prstGeom prst="rect">
            <a:avLst/>
          </a:prstGeom>
        </p:spPr>
      </p:pic>
      <p:sp>
        <p:nvSpPr>
          <p:cNvPr id="27" name="文本框 37">
            <a:extLst>
              <a:ext uri="{FF2B5EF4-FFF2-40B4-BE49-F238E27FC236}">
                <a16:creationId xmlns:a16="http://schemas.microsoft.com/office/drawing/2014/main" id="{FF534CCD-657F-4223-B0F9-48EC4E292FF4}"/>
              </a:ext>
            </a:extLst>
          </p:cNvPr>
          <p:cNvSpPr txBox="1"/>
          <p:nvPr/>
        </p:nvSpPr>
        <p:spPr>
          <a:xfrm>
            <a:off x="3220331" y="3532517"/>
            <a:ext cx="2037667" cy="11310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Серверна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частина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застосунку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28" name="文本框 37">
            <a:extLst>
              <a:ext uri="{FF2B5EF4-FFF2-40B4-BE49-F238E27FC236}">
                <a16:creationId xmlns:a16="http://schemas.microsoft.com/office/drawing/2014/main" id="{3C6DC598-FDA3-4B57-A06E-1E49EF1452A6}"/>
              </a:ext>
            </a:extLst>
          </p:cNvPr>
          <p:cNvSpPr txBox="1"/>
          <p:nvPr/>
        </p:nvSpPr>
        <p:spPr>
          <a:xfrm>
            <a:off x="7176572" y="2157513"/>
            <a:ext cx="962875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База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даних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634C3AF-05EA-4EA6-933E-B9AE72DE01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377" y="4003791"/>
            <a:ext cx="1037268" cy="1069650"/>
          </a:xfrm>
          <a:prstGeom prst="rect">
            <a:avLst/>
          </a:prstGeom>
        </p:spPr>
      </p:pic>
      <p:sp>
        <p:nvSpPr>
          <p:cNvPr id="32" name="文本框 37">
            <a:extLst>
              <a:ext uri="{FF2B5EF4-FFF2-40B4-BE49-F238E27FC236}">
                <a16:creationId xmlns:a16="http://schemas.microsoft.com/office/drawing/2014/main" id="{A0AD0C90-72F8-440F-8CE6-B6BB28070B9C}"/>
              </a:ext>
            </a:extLst>
          </p:cNvPr>
          <p:cNvSpPr txBox="1"/>
          <p:nvPr/>
        </p:nvSpPr>
        <p:spPr>
          <a:xfrm>
            <a:off x="9863330" y="2948414"/>
            <a:ext cx="1534421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Збереження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зображень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8E8076E-2F78-4B80-806E-42C3A88848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533" y="961228"/>
            <a:ext cx="962876" cy="962876"/>
          </a:xfrm>
          <a:prstGeom prst="rect">
            <a:avLst/>
          </a:prstGeom>
        </p:spPr>
      </p:pic>
      <p:sp>
        <p:nvSpPr>
          <p:cNvPr id="33" name="文本框 37">
            <a:extLst>
              <a:ext uri="{FF2B5EF4-FFF2-40B4-BE49-F238E27FC236}">
                <a16:creationId xmlns:a16="http://schemas.microsoft.com/office/drawing/2014/main" id="{5774553A-1C2B-4A46-ABCD-BBF916ADC6BC}"/>
              </a:ext>
            </a:extLst>
          </p:cNvPr>
          <p:cNvSpPr txBox="1"/>
          <p:nvPr/>
        </p:nvSpPr>
        <p:spPr>
          <a:xfrm>
            <a:off x="2004764" y="5654030"/>
            <a:ext cx="8184936" cy="9910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Були також використані бібліотеки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:</a:t>
            </a: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ePub.js</a:t>
            </a: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multer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JWT Decode,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FontAwesome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PostgreSQL Client, </a:t>
            </a: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тощо</a:t>
            </a:r>
            <a:endParaRPr lang="uk-UA" altLang="zh-CN" sz="32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23335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7" grpId="0"/>
      <p:bldP spid="28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C12994C-080B-463D-BC5B-C206A9D391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39C3DC-1521-44CC-BBEC-41113E0AA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920" y="761988"/>
            <a:ext cx="6096012" cy="6096012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BC072A09-17FA-491E-AFEA-97DD0EA0ACC1}"/>
              </a:ext>
            </a:extLst>
          </p:cNvPr>
          <p:cNvGrpSpPr/>
          <p:nvPr/>
        </p:nvGrpSpPr>
        <p:grpSpPr>
          <a:xfrm>
            <a:off x="874234" y="-1687814"/>
            <a:ext cx="11703352" cy="7950236"/>
            <a:chOff x="126337" y="-331687"/>
            <a:chExt cx="11703352" cy="795023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F5ECC36-87FE-4C96-9480-68BDE21C3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A875F74-05D3-49AB-A0E4-1C09D5C5E7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533899" y="396125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AC8EFFC-73E6-4892-86E1-1E01991C4411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Опис архітектури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15" name="文本框 37">
            <a:extLst>
              <a:ext uri="{FF2B5EF4-FFF2-40B4-BE49-F238E27FC236}">
                <a16:creationId xmlns:a16="http://schemas.microsoft.com/office/drawing/2014/main" id="{D74B2AA8-0703-41B8-A8F9-4553CD36BCB7}"/>
              </a:ext>
            </a:extLst>
          </p:cNvPr>
          <p:cNvSpPr txBox="1"/>
          <p:nvPr/>
        </p:nvSpPr>
        <p:spPr>
          <a:xfrm>
            <a:off x="3830320" y="1564939"/>
            <a:ext cx="7850235" cy="21005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Використано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архітектурний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патерн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MVC (Model–View–Controller),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який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забезпечує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розділення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відповідальностей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між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компонентами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системи</a:t>
            </a:r>
            <a:endParaRPr lang="ru-RU" altLang="zh-CN" sz="36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6" name="文本框 37">
            <a:extLst>
              <a:ext uri="{FF2B5EF4-FFF2-40B4-BE49-F238E27FC236}">
                <a16:creationId xmlns:a16="http://schemas.microsoft.com/office/drawing/2014/main" id="{95C73232-8BCD-4794-93AD-155C2BB5D4B4}"/>
              </a:ext>
            </a:extLst>
          </p:cNvPr>
          <p:cNvSpPr txBox="1"/>
          <p:nvPr/>
        </p:nvSpPr>
        <p:spPr>
          <a:xfrm>
            <a:off x="6001384" y="3811123"/>
            <a:ext cx="5605329" cy="1823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Модель представлена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класами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сутностей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що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описують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структуру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даних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контролери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з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сервісами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реалізують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обробку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запитів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і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повернення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результатів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, а роль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представлення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виконує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клієнтська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частина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на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базі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React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4226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BFB1A57-322B-480C-BBA0-983D6959EB52}"/>
              </a:ext>
            </a:extLst>
          </p:cNvPr>
          <p:cNvSpPr/>
          <p:nvPr/>
        </p:nvSpPr>
        <p:spPr>
          <a:xfrm>
            <a:off x="-1020147" y="950758"/>
            <a:ext cx="7182464" cy="721357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5854999C-9CA0-4514-8F7A-E681AC5A2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7532" y="3405059"/>
            <a:ext cx="7226710" cy="3392129"/>
          </a:xfrm>
          <a:prstGeom prst="rect">
            <a:avLst/>
          </a:prstGeom>
        </p:spPr>
      </p:pic>
      <p:sp>
        <p:nvSpPr>
          <p:cNvPr id="28" name="标题 1">
            <a:extLst>
              <a:ext uri="{FF2B5EF4-FFF2-40B4-BE49-F238E27FC236}">
                <a16:creationId xmlns:a16="http://schemas.microsoft.com/office/drawing/2014/main" id="{BAF01FF9-41D5-4DDC-96D1-6D178329B99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послідовностей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9D152B-1B73-46F6-8D25-221829B1B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079" y="1590161"/>
            <a:ext cx="5887842" cy="501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49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CDE7-867D-4014-8FFF-FEEFB46FFA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683E30-B0C2-4290-9A0C-73D9EC3B775D}"/>
              </a:ext>
            </a:extLst>
          </p:cNvPr>
          <p:cNvSpPr txBox="1"/>
          <p:nvPr/>
        </p:nvSpPr>
        <p:spPr>
          <a:xfrm>
            <a:off x="6942025" y="2256503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4756090-D873-4FEC-8F99-7234AABD0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04" y="2982112"/>
            <a:ext cx="11703352" cy="3657298"/>
          </a:xfrm>
          <a:prstGeom prst="rect">
            <a:avLst/>
          </a:prstGeom>
        </p:spPr>
      </p:pic>
      <p:sp>
        <p:nvSpPr>
          <p:cNvPr id="14" name="标题 1">
            <a:extLst>
              <a:ext uri="{FF2B5EF4-FFF2-40B4-BE49-F238E27FC236}">
                <a16:creationId xmlns:a16="http://schemas.microsoft.com/office/drawing/2014/main" id="{594526DF-7947-4FD0-A7D6-1F6C07F6B3A1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кооперацій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9CA29F-34ED-4CF8-A25B-7761CB4BA0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892" y="1565612"/>
            <a:ext cx="8394215" cy="49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29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111" y="1658874"/>
            <a:ext cx="9167778" cy="488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2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6705" y="1658874"/>
            <a:ext cx="9098589" cy="488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18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6705" y="1660524"/>
            <a:ext cx="9098589" cy="487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843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6705" y="1662883"/>
            <a:ext cx="9098589" cy="48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64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F127DE-B82A-4AB3-B1E4-82C5D59BCB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161B01-8B5A-44BF-9529-97BDAA85876D}"/>
              </a:ext>
            </a:extLst>
          </p:cNvPr>
          <p:cNvGrpSpPr/>
          <p:nvPr/>
        </p:nvGrpSpPr>
        <p:grpSpPr>
          <a:xfrm>
            <a:off x="0" y="262406"/>
            <a:ext cx="11972997" cy="7375381"/>
            <a:chOff x="-143308" y="-331687"/>
            <a:chExt cx="11972997" cy="737538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41A4C25-65D0-48B5-A2F0-56DB5459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5B2CD324-9D8C-4798-A69E-AD85CE2EA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43308" y="3386396"/>
              <a:ext cx="8353986" cy="3657298"/>
            </a:xfrm>
            <a:prstGeom prst="rect">
              <a:avLst/>
            </a:prstGeom>
          </p:spPr>
        </p:pic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35EAB4B1-710F-4958-84EE-8C245A396D8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діяльності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92BDA-8380-4339-9751-7116E62FE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670" y="1600968"/>
            <a:ext cx="7616660" cy="497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14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F127DE-B82A-4AB3-B1E4-82C5D59BCB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161B01-8B5A-44BF-9529-97BDAA85876D}"/>
              </a:ext>
            </a:extLst>
          </p:cNvPr>
          <p:cNvGrpSpPr/>
          <p:nvPr/>
        </p:nvGrpSpPr>
        <p:grpSpPr>
          <a:xfrm>
            <a:off x="0" y="262406"/>
            <a:ext cx="11972997" cy="7375381"/>
            <a:chOff x="-143308" y="-331687"/>
            <a:chExt cx="11972997" cy="737538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41A4C25-65D0-48B5-A2F0-56DB5459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5B2CD324-9D8C-4798-A69E-AD85CE2EA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43308" y="3386396"/>
              <a:ext cx="8353986" cy="3657298"/>
            </a:xfrm>
            <a:prstGeom prst="rect">
              <a:avLst/>
            </a:prstGeom>
          </p:spPr>
        </p:pic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35EAB4B1-710F-4958-84EE-8C245A396D8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діяльності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92BDA-8380-4339-9751-7116E62FE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06463" y="1637292"/>
            <a:ext cx="7979074" cy="471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87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F127DE-B82A-4AB3-B1E4-82C5D59BCB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161B01-8B5A-44BF-9529-97BDAA85876D}"/>
              </a:ext>
            </a:extLst>
          </p:cNvPr>
          <p:cNvGrpSpPr/>
          <p:nvPr/>
        </p:nvGrpSpPr>
        <p:grpSpPr>
          <a:xfrm>
            <a:off x="0" y="262406"/>
            <a:ext cx="11972997" cy="7375381"/>
            <a:chOff x="-143308" y="-331687"/>
            <a:chExt cx="11972997" cy="737538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41A4C25-65D0-48B5-A2F0-56DB5459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5B2CD324-9D8C-4798-A69E-AD85CE2EA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43308" y="3386396"/>
              <a:ext cx="8353986" cy="3657298"/>
            </a:xfrm>
            <a:prstGeom prst="rect">
              <a:avLst/>
            </a:prstGeom>
          </p:spPr>
        </p:pic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35EAB4B1-710F-4958-84EE-8C245A396D8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діяльності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92BDA-8380-4339-9751-7116E62FE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4069" y="1637292"/>
            <a:ext cx="6483861" cy="471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54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BFB1A57-322B-480C-BBA0-983D6959EB52}"/>
              </a:ext>
            </a:extLst>
          </p:cNvPr>
          <p:cNvSpPr/>
          <p:nvPr/>
        </p:nvSpPr>
        <p:spPr>
          <a:xfrm>
            <a:off x="-1020147" y="950758"/>
            <a:ext cx="7182464" cy="721357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5854999C-9CA0-4514-8F7A-E681AC5A2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7532" y="3405059"/>
            <a:ext cx="7226710" cy="3392129"/>
          </a:xfrm>
          <a:prstGeom prst="rect">
            <a:avLst/>
          </a:prstGeom>
        </p:spPr>
      </p:pic>
      <p:sp>
        <p:nvSpPr>
          <p:cNvPr id="28" name="标题 1">
            <a:extLst>
              <a:ext uri="{FF2B5EF4-FFF2-40B4-BE49-F238E27FC236}">
                <a16:creationId xmlns:a16="http://schemas.microsoft.com/office/drawing/2014/main" id="{BAF01FF9-41D5-4DDC-96D1-6D178329B99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компонентів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9D152B-1B73-46F6-8D25-221829B1B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7916" y="1520542"/>
            <a:ext cx="8968802" cy="499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68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C86031-83D2-4E1D-8C98-282CA28A04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071585-6151-4A50-AD5E-8EB7B82CD3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436575" y="924644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BD0003-FBB7-44B1-8892-CA2E70E59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7" t="1935" r="46160" b="57634"/>
          <a:stretch>
            <a:fillRect/>
          </a:stretch>
        </p:blipFill>
        <p:spPr>
          <a:xfrm flipH="1">
            <a:off x="-1661502" y="1394702"/>
            <a:ext cx="3510115" cy="5365054"/>
          </a:xfrm>
          <a:custGeom>
            <a:avLst/>
            <a:gdLst>
              <a:gd name="connsiteX0" fmla="*/ 0 w 1814051"/>
              <a:gd name="connsiteY0" fmla="*/ 0 h 2772696"/>
              <a:gd name="connsiteX1" fmla="*/ 1814051 w 1814051"/>
              <a:gd name="connsiteY1" fmla="*/ 0 h 2772696"/>
              <a:gd name="connsiteX2" fmla="*/ 1814051 w 1814051"/>
              <a:gd name="connsiteY2" fmla="*/ 2772696 h 2772696"/>
              <a:gd name="connsiteX3" fmla="*/ 0 w 1814051"/>
              <a:gd name="connsiteY3" fmla="*/ 2772696 h 2772696"/>
              <a:gd name="connsiteX4" fmla="*/ 0 w 1814051"/>
              <a:gd name="connsiteY4" fmla="*/ 0 h 277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4051" h="2772696">
                <a:moveTo>
                  <a:pt x="0" y="0"/>
                </a:moveTo>
                <a:lnTo>
                  <a:pt x="1814051" y="0"/>
                </a:lnTo>
                <a:lnTo>
                  <a:pt x="1814051" y="2772696"/>
                </a:lnTo>
                <a:lnTo>
                  <a:pt x="0" y="2772696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CE1E659D-B20D-40B9-83A3-9FB3F557A5E1}"/>
              </a:ext>
            </a:extLst>
          </p:cNvPr>
          <p:cNvGrpSpPr/>
          <p:nvPr/>
        </p:nvGrpSpPr>
        <p:grpSpPr>
          <a:xfrm>
            <a:off x="0" y="-3907235"/>
            <a:ext cx="11703352" cy="8006456"/>
            <a:chOff x="126337" y="-331687"/>
            <a:chExt cx="11703352" cy="800645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B7AD2FE-F7E9-4701-88E3-EF496D7EA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AB93517-F7E4-48F6-AC44-F4EA485D4C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443352" y="401747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9FD1B3B-0AF7-4E19-B6F3-3E103EEFC27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розгортання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8A57D7-F6AA-46DB-A59F-5F16B013A1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995" y="2241752"/>
            <a:ext cx="9744408" cy="360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7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Схема бази даних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9733" y="1662883"/>
            <a:ext cx="8472532" cy="48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75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33C557-AC60-40D1-A9EA-5C4C32C932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E2C2F4-8977-422E-9419-E392C6F70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44" t="36559" r="2047" b="38065"/>
          <a:stretch>
            <a:fillRect/>
          </a:stretch>
        </p:blipFill>
        <p:spPr>
          <a:xfrm>
            <a:off x="6751484" y="1927314"/>
            <a:ext cx="4906929" cy="3759854"/>
          </a:xfrm>
          <a:custGeom>
            <a:avLst/>
            <a:gdLst>
              <a:gd name="connsiteX0" fmla="*/ 0 w 2271251"/>
              <a:gd name="connsiteY0" fmla="*/ 0 h 1740309"/>
              <a:gd name="connsiteX1" fmla="*/ 2271251 w 2271251"/>
              <a:gd name="connsiteY1" fmla="*/ 0 h 1740309"/>
              <a:gd name="connsiteX2" fmla="*/ 2271251 w 2271251"/>
              <a:gd name="connsiteY2" fmla="*/ 1740309 h 1740309"/>
              <a:gd name="connsiteX3" fmla="*/ 0 w 2271251"/>
              <a:gd name="connsiteY3" fmla="*/ 1740309 h 1740309"/>
              <a:gd name="connsiteX4" fmla="*/ 0 w 2271251"/>
              <a:gd name="connsiteY4" fmla="*/ 0 h 174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1251" h="1740309">
                <a:moveTo>
                  <a:pt x="0" y="0"/>
                </a:moveTo>
                <a:lnTo>
                  <a:pt x="2271251" y="0"/>
                </a:lnTo>
                <a:lnTo>
                  <a:pt x="2271251" y="1740309"/>
                </a:lnTo>
                <a:lnTo>
                  <a:pt x="0" y="174030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EBE60D-981A-4CEF-878E-81140C1EAB18}"/>
              </a:ext>
            </a:extLst>
          </p:cNvPr>
          <p:cNvGrpSpPr/>
          <p:nvPr/>
        </p:nvGrpSpPr>
        <p:grpSpPr>
          <a:xfrm>
            <a:off x="-411159" y="3807241"/>
            <a:ext cx="11703352" cy="4113927"/>
            <a:chOff x="-356402" y="4466676"/>
            <a:chExt cx="11703352" cy="4113927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9517998-5042-4E4C-B39F-E4A783CF3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6402" y="4466676"/>
              <a:ext cx="11703352" cy="365729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E7DA5CB-A3B2-4E46-B461-BFF179A9CE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180352" y="4923305"/>
              <a:ext cx="8353986" cy="3657298"/>
            </a:xfrm>
            <a:prstGeom prst="rect">
              <a:avLst/>
            </a:prstGeom>
          </p:spPr>
        </p:pic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F38C4D76-D884-4895-B8AC-D041C7D172D6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Автентифікація  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41A533-39CF-48B6-8304-4E83641880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" t="272" r="16918" b="-272"/>
          <a:stretch/>
        </p:blipFill>
        <p:spPr>
          <a:xfrm>
            <a:off x="1587667" y="1394702"/>
            <a:ext cx="7210031" cy="494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95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33C557-AC60-40D1-A9EA-5C4C32C932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E2C2F4-8977-422E-9419-E392C6F70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44" t="36559" r="2047" b="38065"/>
          <a:stretch>
            <a:fillRect/>
          </a:stretch>
        </p:blipFill>
        <p:spPr>
          <a:xfrm>
            <a:off x="6678185" y="1927314"/>
            <a:ext cx="4906929" cy="3759854"/>
          </a:xfrm>
          <a:custGeom>
            <a:avLst/>
            <a:gdLst>
              <a:gd name="connsiteX0" fmla="*/ 0 w 2271251"/>
              <a:gd name="connsiteY0" fmla="*/ 0 h 1740309"/>
              <a:gd name="connsiteX1" fmla="*/ 2271251 w 2271251"/>
              <a:gd name="connsiteY1" fmla="*/ 0 h 1740309"/>
              <a:gd name="connsiteX2" fmla="*/ 2271251 w 2271251"/>
              <a:gd name="connsiteY2" fmla="*/ 1740309 h 1740309"/>
              <a:gd name="connsiteX3" fmla="*/ 0 w 2271251"/>
              <a:gd name="connsiteY3" fmla="*/ 1740309 h 1740309"/>
              <a:gd name="connsiteX4" fmla="*/ 0 w 2271251"/>
              <a:gd name="connsiteY4" fmla="*/ 0 h 174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1251" h="1740309">
                <a:moveTo>
                  <a:pt x="0" y="0"/>
                </a:moveTo>
                <a:lnTo>
                  <a:pt x="2271251" y="0"/>
                </a:lnTo>
                <a:lnTo>
                  <a:pt x="2271251" y="1740309"/>
                </a:lnTo>
                <a:lnTo>
                  <a:pt x="0" y="174030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EBE60D-981A-4CEF-878E-81140C1EAB18}"/>
              </a:ext>
            </a:extLst>
          </p:cNvPr>
          <p:cNvGrpSpPr/>
          <p:nvPr/>
        </p:nvGrpSpPr>
        <p:grpSpPr>
          <a:xfrm>
            <a:off x="-411159" y="3807241"/>
            <a:ext cx="11703352" cy="4113927"/>
            <a:chOff x="-356402" y="4466676"/>
            <a:chExt cx="11703352" cy="4113927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9517998-5042-4E4C-B39F-E4A783CF3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6402" y="4466676"/>
              <a:ext cx="11703352" cy="365729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E7DA5CB-A3B2-4E46-B461-BFF179A9CE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180352" y="4923305"/>
              <a:ext cx="8353986" cy="3657298"/>
            </a:xfrm>
            <a:prstGeom prst="rect">
              <a:avLst/>
            </a:prstGeom>
          </p:spPr>
        </p:pic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F38C4D76-D884-4895-B8AC-D041C7D172D6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Автентифікація  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789271-0C40-493E-AC02-D3712541E0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611" y="1587186"/>
            <a:ext cx="4695689" cy="21739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4D2F83-05ED-47B0-9518-30F7F380FA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076" y="3856161"/>
            <a:ext cx="5277234" cy="236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31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C12994C-080B-463D-BC5B-C206A9D391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39C3DC-1521-44CC-BBEC-41113E0AA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920" y="761988"/>
            <a:ext cx="6096012" cy="6096012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BC072A09-17FA-491E-AFEA-97DD0EA0ACC1}"/>
              </a:ext>
            </a:extLst>
          </p:cNvPr>
          <p:cNvGrpSpPr/>
          <p:nvPr/>
        </p:nvGrpSpPr>
        <p:grpSpPr>
          <a:xfrm>
            <a:off x="-156413" y="-965808"/>
            <a:ext cx="11703352" cy="7950236"/>
            <a:chOff x="126337" y="-331687"/>
            <a:chExt cx="11703352" cy="795023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F5ECC36-87FE-4C96-9480-68BDE21C3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A875F74-05D3-49AB-A0E4-1C09D5C5E7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533899" y="396125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AC8EFFC-73E6-4892-86E1-1E01991C4411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Висновки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16" name="文本框 37">
            <a:extLst>
              <a:ext uri="{FF2B5EF4-FFF2-40B4-BE49-F238E27FC236}">
                <a16:creationId xmlns:a16="http://schemas.microsoft.com/office/drawing/2014/main" id="{95C73232-8BCD-4794-93AD-155C2BB5D4B4}"/>
              </a:ext>
            </a:extLst>
          </p:cNvPr>
          <p:cNvSpPr txBox="1"/>
          <p:nvPr/>
        </p:nvSpPr>
        <p:spPr>
          <a:xfrm>
            <a:off x="5994703" y="2312476"/>
            <a:ext cx="5605329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Було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повністю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спроєктовано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реалізовано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A4A6C0CD-EC10-49D8-B3E7-DECEFFAA0378}"/>
              </a:ext>
            </a:extLst>
          </p:cNvPr>
          <p:cNvSpPr txBox="1"/>
          <p:nvPr/>
        </p:nvSpPr>
        <p:spPr>
          <a:xfrm>
            <a:off x="6029460" y="3342462"/>
            <a:ext cx="5605329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повністю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відповідає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поставленим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вимогам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2" name="文本框 37">
            <a:extLst>
              <a:ext uri="{FF2B5EF4-FFF2-40B4-BE49-F238E27FC236}">
                <a16:creationId xmlns:a16="http://schemas.microsoft.com/office/drawing/2014/main" id="{70366E23-4B1D-47D5-974E-F8D6E768FD1D}"/>
              </a:ext>
            </a:extLst>
          </p:cNvPr>
          <p:cNvSpPr txBox="1"/>
          <p:nvPr/>
        </p:nvSpPr>
        <p:spPr>
          <a:xfrm>
            <a:off x="6040356" y="4372448"/>
            <a:ext cx="5605329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Вдосконалено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практичні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навички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проєктування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розроблення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сучасних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вебзастосунків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965A2F4-BF4B-4CD6-88F4-372F5A640848}"/>
              </a:ext>
            </a:extLst>
          </p:cNvPr>
          <p:cNvGrpSpPr/>
          <p:nvPr/>
        </p:nvGrpSpPr>
        <p:grpSpPr>
          <a:xfrm>
            <a:off x="5187993" y="2300980"/>
            <a:ext cx="805878" cy="834575"/>
            <a:chOff x="5187993" y="2300980"/>
            <a:chExt cx="805878" cy="834575"/>
          </a:xfrm>
        </p:grpSpPr>
        <p:pic>
          <p:nvPicPr>
            <p:cNvPr id="13" name="图片 14">
              <a:extLst>
                <a:ext uri="{FF2B5EF4-FFF2-40B4-BE49-F238E27FC236}">
                  <a16:creationId xmlns:a16="http://schemas.microsoft.com/office/drawing/2014/main" id="{BA490733-A74C-4CC7-8E71-7126BBF971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2" t="35338" r="49333" b="31758"/>
            <a:stretch/>
          </p:blipFill>
          <p:spPr>
            <a:xfrm>
              <a:off x="5187993" y="2300980"/>
              <a:ext cx="805878" cy="834575"/>
            </a:xfrm>
            <a:custGeom>
              <a:avLst/>
              <a:gdLst>
                <a:gd name="connsiteX0" fmla="*/ 648126 w 1344116"/>
                <a:gd name="connsiteY0" fmla="*/ 0 h 1391980"/>
                <a:gd name="connsiteX1" fmla="*/ 1344116 w 1344116"/>
                <a:gd name="connsiteY1" fmla="*/ 695990 h 1391980"/>
                <a:gd name="connsiteX2" fmla="*/ 648126 w 1344116"/>
                <a:gd name="connsiteY2" fmla="*/ 1391980 h 1391980"/>
                <a:gd name="connsiteX3" fmla="*/ 6830 w 1344116"/>
                <a:gd name="connsiteY3" fmla="*/ 966901 h 1391980"/>
                <a:gd name="connsiteX4" fmla="*/ 0 w 1344116"/>
                <a:gd name="connsiteY4" fmla="*/ 944896 h 1391980"/>
                <a:gd name="connsiteX5" fmla="*/ 272012 w 1344116"/>
                <a:gd name="connsiteY5" fmla="*/ 1036700 h 1391980"/>
                <a:gd name="connsiteX6" fmla="*/ 620974 w 1344116"/>
                <a:gd name="connsiteY6" fmla="*/ 2737 h 1391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116" h="1391980">
                  <a:moveTo>
                    <a:pt x="648126" y="0"/>
                  </a:moveTo>
                  <a:cubicBezTo>
                    <a:pt x="1032511" y="0"/>
                    <a:pt x="1344116" y="311606"/>
                    <a:pt x="1344116" y="695990"/>
                  </a:cubicBezTo>
                  <a:cubicBezTo>
                    <a:pt x="1344116" y="1080375"/>
                    <a:pt x="1032511" y="1391980"/>
                    <a:pt x="648126" y="1391980"/>
                  </a:cubicBezTo>
                  <a:cubicBezTo>
                    <a:pt x="359838" y="1391980"/>
                    <a:pt x="112488" y="1216702"/>
                    <a:pt x="6830" y="966901"/>
                  </a:cubicBezTo>
                  <a:lnTo>
                    <a:pt x="0" y="944896"/>
                  </a:lnTo>
                  <a:lnTo>
                    <a:pt x="272012" y="1036700"/>
                  </a:lnTo>
                  <a:lnTo>
                    <a:pt x="620974" y="2737"/>
                  </a:lnTo>
                  <a:close/>
                </a:path>
              </a:pathLst>
            </a:custGeom>
          </p:spPr>
        </p:pic>
        <p:sp>
          <p:nvSpPr>
            <p:cNvPr id="21" name="文本框 37">
              <a:extLst>
                <a:ext uri="{FF2B5EF4-FFF2-40B4-BE49-F238E27FC236}">
                  <a16:creationId xmlns:a16="http://schemas.microsoft.com/office/drawing/2014/main" id="{E5202EFB-C4A6-4593-8E6F-98A3D2689829}"/>
                </a:ext>
              </a:extLst>
            </p:cNvPr>
            <p:cNvSpPr txBox="1"/>
            <p:nvPr/>
          </p:nvSpPr>
          <p:spPr>
            <a:xfrm>
              <a:off x="5417915" y="2339229"/>
              <a:ext cx="243053" cy="6463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ru-RU" altLang="zh-CN" sz="4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abriola" panose="04040605051002020D02" pitchFamily="82" charset="0"/>
                  <a:cs typeface="+mj-cs"/>
                  <a:sym typeface="+mn-lt"/>
                </a:rPr>
                <a:t>1</a:t>
              </a:r>
              <a:endParaRPr lang="ru-RU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E1D82F-671E-488D-A54B-548333347A37}"/>
              </a:ext>
            </a:extLst>
          </p:cNvPr>
          <p:cNvGrpSpPr/>
          <p:nvPr/>
        </p:nvGrpSpPr>
        <p:grpSpPr>
          <a:xfrm>
            <a:off x="5187993" y="3348771"/>
            <a:ext cx="805878" cy="834575"/>
            <a:chOff x="5187993" y="3348771"/>
            <a:chExt cx="805878" cy="834575"/>
          </a:xfrm>
        </p:grpSpPr>
        <p:pic>
          <p:nvPicPr>
            <p:cNvPr id="22" name="图片 14">
              <a:extLst>
                <a:ext uri="{FF2B5EF4-FFF2-40B4-BE49-F238E27FC236}">
                  <a16:creationId xmlns:a16="http://schemas.microsoft.com/office/drawing/2014/main" id="{95477D80-83B6-4B2C-B23D-5A0BFDC787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2" t="35338" r="49333" b="31758"/>
            <a:stretch/>
          </p:blipFill>
          <p:spPr>
            <a:xfrm>
              <a:off x="5187993" y="3348771"/>
              <a:ext cx="805878" cy="834575"/>
            </a:xfrm>
            <a:custGeom>
              <a:avLst/>
              <a:gdLst>
                <a:gd name="connsiteX0" fmla="*/ 648126 w 1344116"/>
                <a:gd name="connsiteY0" fmla="*/ 0 h 1391980"/>
                <a:gd name="connsiteX1" fmla="*/ 1344116 w 1344116"/>
                <a:gd name="connsiteY1" fmla="*/ 695990 h 1391980"/>
                <a:gd name="connsiteX2" fmla="*/ 648126 w 1344116"/>
                <a:gd name="connsiteY2" fmla="*/ 1391980 h 1391980"/>
                <a:gd name="connsiteX3" fmla="*/ 6830 w 1344116"/>
                <a:gd name="connsiteY3" fmla="*/ 966901 h 1391980"/>
                <a:gd name="connsiteX4" fmla="*/ 0 w 1344116"/>
                <a:gd name="connsiteY4" fmla="*/ 944896 h 1391980"/>
                <a:gd name="connsiteX5" fmla="*/ 272012 w 1344116"/>
                <a:gd name="connsiteY5" fmla="*/ 1036700 h 1391980"/>
                <a:gd name="connsiteX6" fmla="*/ 620974 w 1344116"/>
                <a:gd name="connsiteY6" fmla="*/ 2737 h 1391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116" h="1391980">
                  <a:moveTo>
                    <a:pt x="648126" y="0"/>
                  </a:moveTo>
                  <a:cubicBezTo>
                    <a:pt x="1032511" y="0"/>
                    <a:pt x="1344116" y="311606"/>
                    <a:pt x="1344116" y="695990"/>
                  </a:cubicBezTo>
                  <a:cubicBezTo>
                    <a:pt x="1344116" y="1080375"/>
                    <a:pt x="1032511" y="1391980"/>
                    <a:pt x="648126" y="1391980"/>
                  </a:cubicBezTo>
                  <a:cubicBezTo>
                    <a:pt x="359838" y="1391980"/>
                    <a:pt x="112488" y="1216702"/>
                    <a:pt x="6830" y="966901"/>
                  </a:cubicBezTo>
                  <a:lnTo>
                    <a:pt x="0" y="944896"/>
                  </a:lnTo>
                  <a:lnTo>
                    <a:pt x="272012" y="1036700"/>
                  </a:lnTo>
                  <a:lnTo>
                    <a:pt x="620974" y="2737"/>
                  </a:lnTo>
                  <a:close/>
                </a:path>
              </a:pathLst>
            </a:custGeom>
          </p:spPr>
        </p:pic>
        <p:sp>
          <p:nvSpPr>
            <p:cNvPr id="23" name="文本框 37">
              <a:extLst>
                <a:ext uri="{FF2B5EF4-FFF2-40B4-BE49-F238E27FC236}">
                  <a16:creationId xmlns:a16="http://schemas.microsoft.com/office/drawing/2014/main" id="{05D10EA4-CDF8-43FD-822D-8F94D0743515}"/>
                </a:ext>
              </a:extLst>
            </p:cNvPr>
            <p:cNvSpPr txBox="1"/>
            <p:nvPr/>
          </p:nvSpPr>
          <p:spPr>
            <a:xfrm>
              <a:off x="5417915" y="3387020"/>
              <a:ext cx="243053" cy="6463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ru-RU" altLang="zh-CN" sz="4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abriola" panose="04040605051002020D02" pitchFamily="82" charset="0"/>
                  <a:cs typeface="+mj-cs"/>
                  <a:sym typeface="+mn-lt"/>
                </a:rPr>
                <a:t>2</a:t>
              </a:r>
              <a:endParaRPr lang="ru-RU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FFFD5EE-F8C3-4137-9408-37D9D14BCFF5}"/>
              </a:ext>
            </a:extLst>
          </p:cNvPr>
          <p:cNvGrpSpPr/>
          <p:nvPr/>
        </p:nvGrpSpPr>
        <p:grpSpPr>
          <a:xfrm>
            <a:off x="5234478" y="4396562"/>
            <a:ext cx="805878" cy="834575"/>
            <a:chOff x="5234478" y="4396562"/>
            <a:chExt cx="805878" cy="834575"/>
          </a:xfrm>
        </p:grpSpPr>
        <p:pic>
          <p:nvPicPr>
            <p:cNvPr id="24" name="图片 14">
              <a:extLst>
                <a:ext uri="{FF2B5EF4-FFF2-40B4-BE49-F238E27FC236}">
                  <a16:creationId xmlns:a16="http://schemas.microsoft.com/office/drawing/2014/main" id="{CD68F255-B49E-4AF4-AE0D-604007B0C2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2" t="35338" r="49333" b="31758"/>
            <a:stretch/>
          </p:blipFill>
          <p:spPr>
            <a:xfrm>
              <a:off x="5234478" y="4396562"/>
              <a:ext cx="805878" cy="834575"/>
            </a:xfrm>
            <a:custGeom>
              <a:avLst/>
              <a:gdLst>
                <a:gd name="connsiteX0" fmla="*/ 648126 w 1344116"/>
                <a:gd name="connsiteY0" fmla="*/ 0 h 1391980"/>
                <a:gd name="connsiteX1" fmla="*/ 1344116 w 1344116"/>
                <a:gd name="connsiteY1" fmla="*/ 695990 h 1391980"/>
                <a:gd name="connsiteX2" fmla="*/ 648126 w 1344116"/>
                <a:gd name="connsiteY2" fmla="*/ 1391980 h 1391980"/>
                <a:gd name="connsiteX3" fmla="*/ 6830 w 1344116"/>
                <a:gd name="connsiteY3" fmla="*/ 966901 h 1391980"/>
                <a:gd name="connsiteX4" fmla="*/ 0 w 1344116"/>
                <a:gd name="connsiteY4" fmla="*/ 944896 h 1391980"/>
                <a:gd name="connsiteX5" fmla="*/ 272012 w 1344116"/>
                <a:gd name="connsiteY5" fmla="*/ 1036700 h 1391980"/>
                <a:gd name="connsiteX6" fmla="*/ 620974 w 1344116"/>
                <a:gd name="connsiteY6" fmla="*/ 2737 h 1391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116" h="1391980">
                  <a:moveTo>
                    <a:pt x="648126" y="0"/>
                  </a:moveTo>
                  <a:cubicBezTo>
                    <a:pt x="1032511" y="0"/>
                    <a:pt x="1344116" y="311606"/>
                    <a:pt x="1344116" y="695990"/>
                  </a:cubicBezTo>
                  <a:cubicBezTo>
                    <a:pt x="1344116" y="1080375"/>
                    <a:pt x="1032511" y="1391980"/>
                    <a:pt x="648126" y="1391980"/>
                  </a:cubicBezTo>
                  <a:cubicBezTo>
                    <a:pt x="359838" y="1391980"/>
                    <a:pt x="112488" y="1216702"/>
                    <a:pt x="6830" y="966901"/>
                  </a:cubicBezTo>
                  <a:lnTo>
                    <a:pt x="0" y="944896"/>
                  </a:lnTo>
                  <a:lnTo>
                    <a:pt x="272012" y="1036700"/>
                  </a:lnTo>
                  <a:lnTo>
                    <a:pt x="620974" y="2737"/>
                  </a:lnTo>
                  <a:close/>
                </a:path>
              </a:pathLst>
            </a:custGeom>
          </p:spPr>
        </p:pic>
        <p:sp>
          <p:nvSpPr>
            <p:cNvPr id="25" name="文本框 37">
              <a:extLst>
                <a:ext uri="{FF2B5EF4-FFF2-40B4-BE49-F238E27FC236}">
                  <a16:creationId xmlns:a16="http://schemas.microsoft.com/office/drawing/2014/main" id="{B31CA383-A66A-4356-93EB-A71001F53F61}"/>
                </a:ext>
              </a:extLst>
            </p:cNvPr>
            <p:cNvSpPr txBox="1"/>
            <p:nvPr/>
          </p:nvSpPr>
          <p:spPr>
            <a:xfrm>
              <a:off x="5464400" y="4434811"/>
              <a:ext cx="243053" cy="5909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ru-RU" altLang="zh-CN" sz="3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abriola" panose="04040605051002020D02" pitchFamily="82" charset="0"/>
                  <a:cs typeface="+mj-cs"/>
                  <a:sym typeface="+mn-lt"/>
                </a:rPr>
                <a:t>3</a:t>
              </a:r>
              <a:endPara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05924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0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18F875B-1A1F-42F9-897C-4FDF01855617}"/>
              </a:ext>
            </a:extLst>
          </p:cNvPr>
          <p:cNvGrpSpPr/>
          <p:nvPr/>
        </p:nvGrpSpPr>
        <p:grpSpPr>
          <a:xfrm>
            <a:off x="126337" y="-331687"/>
            <a:ext cx="11703352" cy="6921610"/>
            <a:chOff x="126337" y="-331687"/>
            <a:chExt cx="11703352" cy="692161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EC99E95-9CF5-4486-B2D1-DABFB3365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3B3F07A-A41F-44DE-8405-758F136AF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pic>
        <p:nvPicPr>
          <p:cNvPr id="7" name="图片 5">
            <a:extLst>
              <a:ext uri="{FF2B5EF4-FFF2-40B4-BE49-F238E27FC236}">
                <a16:creationId xmlns:a16="http://schemas.microsoft.com/office/drawing/2014/main" id="{07348916-D982-462A-94B1-2DCF5C9427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427797" y="826197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834A1F-3573-41C4-B109-D2BE1E051F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" y="125386"/>
            <a:ext cx="1854835" cy="991950"/>
          </a:xfrm>
          <a:prstGeom prst="rect">
            <a:avLst/>
          </a:prstGeom>
        </p:spPr>
      </p:pic>
      <p:pic>
        <p:nvPicPr>
          <p:cNvPr id="13" name="图片 13">
            <a:extLst>
              <a:ext uri="{FF2B5EF4-FFF2-40B4-BE49-F238E27FC236}">
                <a16:creationId xmlns:a16="http://schemas.microsoft.com/office/drawing/2014/main" id="{49243585-B78E-4ECD-9DB0-77E2C97B91F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0253" y="305707"/>
            <a:ext cx="511648" cy="887801"/>
          </a:xfrm>
          <a:prstGeom prst="rect">
            <a:avLst/>
          </a:prstGeom>
        </p:spPr>
      </p:pic>
      <p:sp>
        <p:nvSpPr>
          <p:cNvPr id="14" name="TextBox 32">
            <a:extLst>
              <a:ext uri="{FF2B5EF4-FFF2-40B4-BE49-F238E27FC236}">
                <a16:creationId xmlns:a16="http://schemas.microsoft.com/office/drawing/2014/main" id="{553072E4-1214-4E12-BA2D-F4F4E04B04F8}"/>
              </a:ext>
            </a:extLst>
          </p:cNvPr>
          <p:cNvSpPr txBox="1"/>
          <p:nvPr/>
        </p:nvSpPr>
        <p:spPr>
          <a:xfrm flipH="1">
            <a:off x="11550633" y="392732"/>
            <a:ext cx="430887" cy="751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ea typeface="思源宋体 CN Heavy" pitchFamily="18" charset="-122"/>
                <a:cs typeface="阿里巴巴普惠体" panose="00020600040101010101" pitchFamily="18" charset="-122"/>
                <a:sym typeface="+mn-lt"/>
              </a:rPr>
              <a:t>雨龍</a:t>
            </a: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DBE20261-424F-4681-B141-F42198ACDD0A}"/>
              </a:ext>
            </a:extLst>
          </p:cNvPr>
          <p:cNvSpPr txBox="1"/>
          <p:nvPr/>
        </p:nvSpPr>
        <p:spPr>
          <a:xfrm flipH="1">
            <a:off x="362311" y="2344086"/>
            <a:ext cx="7892500" cy="816314"/>
          </a:xfrm>
          <a:prstGeom prst="rect">
            <a:avLst/>
          </a:prstGeom>
          <a:solidFill>
            <a:srgbClr val="F4EDE7">
              <a:alpha val="38039"/>
            </a:srgbClr>
          </a:solidFill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uk-UA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Дякую за увагу!</a:t>
            </a:r>
            <a:endParaRPr lang="zh-CN" altLang="en-US" sz="5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ea typeface="等线" panose="02010600030101010101" pitchFamily="2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8" name="PA_矩形 28">
            <a:extLst>
              <a:ext uri="{FF2B5EF4-FFF2-40B4-BE49-F238E27FC236}">
                <a16:creationId xmlns:a16="http://schemas.microsoft.com/office/drawing/2014/main" id="{B76462EF-D2C0-4E63-8460-2E8BEFEE17B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2567" y="4140416"/>
            <a:ext cx="7892499" cy="493468"/>
          </a:xfrm>
          <a:prstGeom prst="rect">
            <a:avLst/>
          </a:prstGeom>
          <a:solidFill>
            <a:srgbClr val="F4EDE7">
              <a:alpha val="34118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Для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презентації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використано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шаблон Freeppt7.com</a:t>
            </a:r>
          </a:p>
        </p:txBody>
      </p:sp>
    </p:spTree>
    <p:extLst>
      <p:ext uri="{BB962C8B-B14F-4D97-AF65-F5344CB8AC3E}">
        <p14:creationId xmlns:p14="http://schemas.microsoft.com/office/powerpoint/2010/main" val="4234454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290</Words>
  <Application>Microsoft Office PowerPoint</Application>
  <PresentationFormat>Широкоэкранный</PresentationFormat>
  <Paragraphs>51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等线</vt:lpstr>
      <vt:lpstr>等线 Light</vt:lpstr>
      <vt:lpstr>Arial</vt:lpstr>
      <vt:lpstr>Book Antiqua</vt:lpstr>
      <vt:lpstr>Gabriola</vt:lpstr>
      <vt:lpstr>Microsoft JhengHei UI Bold (Основной текст)</vt:lpstr>
      <vt:lpstr>Monotype Corsiva</vt:lpstr>
      <vt:lpstr>Office 主题​​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凯凯的圆圆</dc:creator>
  <cp:lastModifiedBy>Riki Tiki</cp:lastModifiedBy>
  <cp:revision>26</cp:revision>
  <dcterms:created xsi:type="dcterms:W3CDTF">2021-02-03T03:56:52Z</dcterms:created>
  <dcterms:modified xsi:type="dcterms:W3CDTF">2026-05-07T18:14:24Z</dcterms:modified>
</cp:coreProperties>
</file>